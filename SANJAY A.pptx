
<file path=[Content_Types].xml><?xml version="1.0" encoding="utf-8"?>
<Types xmlns="http://schemas.openxmlformats.org/package/2006/content-types">
  <Default Extension="rels" ContentType="application/vnd.openxmlformats-package.relationships+xml"/>
  <Default Extension="xml" ContentType="application/xml"/>
  <Default Extension="png" ContentType="image/png"/>
  <Default Extension="jpe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1.xml" ContentType="application/vnd.openxmlformats-officedocument.theme+xml"/>
  <Override PartName="/ppt/notesMasters/notesMaster1.xml" ContentType="application/vnd.openxmlformats-officedocument.presentationml.notesMaster+xml"/>
  <Override PartName="/ppt/theme/theme2.xml" ContentType="application/vnd.openxmlformats-officedocument.theme+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charts/chart1.xml" ContentType="application/vnd.openxmlformats-officedocument.drawingml.chart+xml"/>
  <Override PartName="/ppt/slides/slide12.xml" ContentType="application/vnd.openxmlformats-officedocument.presentationml.slide+xml"/>
  <Override PartName="/ppt/tableStyles.xml" ContentType="application/vnd.openxmlformats-officedocument.presentationml.tableStyles+xml"/>
  <Override PartName="/ppt/presProps.xml" ContentType="application/vnd.openxmlformats-officedocument.presentationml.presProps+xml"/>
  <Override PartName="/ppt/viewProps.xml" ContentType="application/vnd.openxmlformats-officedocument.presentationml.viewProp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officeDocument/2006/relationships/extended-properties" Target="docProps/app.xml"/><Relationship Id="rId3" Type="http://schemas.openxmlformats.org/package/2006/relationships/metadata/core-properties" Target="docProps/core.xml"/><Relationship Id="rId4" Type="http://schemas.openxmlformats.org/officeDocument/2006/relationships/custom-properties" Target="docProps/custom.xml"/></Relationships>
</file>

<file path=ppt/presentation.xml><?xml version="1.0" encoding="utf-8"?>
<p:presentation xmlns:p="http://schemas.openxmlformats.org/presentationml/2006/main" xmlns:r="http://schemas.openxmlformats.org/officeDocument/2006/relationships" xmlns:a="http://schemas.openxmlformats.org/drawingml/2006/main">
  <p:sldMasterIdLst>
    <p:sldMasterId id="2147483648" r:id="rId1"/>
  </p:sldMasterIdLst>
  <p:notesMasterIdLst>
    <p:notesMasterId r:id="rId2"/>
  </p:notesMasterIdLst>
  <p:sldIdLst>
    <p:sldId id="257" r:id="rId3"/>
    <p:sldId id="258" r:id="rId4"/>
    <p:sldId id="259" r:id="rId5"/>
    <p:sldId id="260" r:id="rId6"/>
    <p:sldId id="261" r:id="rId7"/>
    <p:sldId id="262" r:id="rId8"/>
    <p:sldId id="263" r:id="rId9"/>
    <p:sldId id="264" r:id="rId10"/>
    <p:sldId id="265" r:id="rId11"/>
    <p:sldId id="266" r:id="rId12"/>
    <p:sldId id="268" r:id="rId13"/>
    <p:sldId id="269" r:id="rId14"/>
  </p:sldIdLst>
  <p:sldSz type="screen16x9" cy="6858000" cx="12192000"/>
  <p:notesSz cx="12192000" cy="6858000"/>
  <p:defaultTextStyle>
    <a:defPPr>
      <a:defRPr lang="en-US"/>
    </a:defPPr>
    <a:lvl1pPr algn="l" defTabSz="914400" eaLnBrk="1" hangingPunct="1" latinLnBrk="0" marL="0" rtl="0">
      <a:defRPr sz="1800" kern="1200">
        <a:solidFill>
          <a:schemeClr val="tx1"/>
        </a:solidFill>
        <a:latin typeface="+mn-lt"/>
        <a:ea typeface="+mn-ea"/>
        <a:cs typeface="+mn-cs"/>
      </a:defRPr>
    </a:lvl1pPr>
    <a:lvl2pPr algn="l" defTabSz="914400" eaLnBrk="1" hangingPunct="1" latinLnBrk="0" marL="457200" rtl="0">
      <a:defRPr sz="1800" kern="1200">
        <a:solidFill>
          <a:schemeClr val="tx1"/>
        </a:solidFill>
        <a:latin typeface="+mn-lt"/>
        <a:ea typeface="+mn-ea"/>
        <a:cs typeface="+mn-cs"/>
      </a:defRPr>
    </a:lvl2pPr>
    <a:lvl3pPr algn="l" defTabSz="914400" eaLnBrk="1" hangingPunct="1" latinLnBrk="0" marL="914400" rtl="0">
      <a:defRPr sz="1800" kern="1200">
        <a:solidFill>
          <a:schemeClr val="tx1"/>
        </a:solidFill>
        <a:latin typeface="+mn-lt"/>
        <a:ea typeface="+mn-ea"/>
        <a:cs typeface="+mn-cs"/>
      </a:defRPr>
    </a:lvl3pPr>
    <a:lvl4pPr algn="l" defTabSz="914400" eaLnBrk="1" hangingPunct="1" latinLnBrk="0" marL="1371600" rtl="0">
      <a:defRPr sz="1800" kern="1200">
        <a:solidFill>
          <a:schemeClr val="tx1"/>
        </a:solidFill>
        <a:latin typeface="+mn-lt"/>
        <a:ea typeface="+mn-ea"/>
        <a:cs typeface="+mn-cs"/>
      </a:defRPr>
    </a:lvl4pPr>
    <a:lvl5pPr algn="l" defTabSz="914400" eaLnBrk="1" hangingPunct="1" latinLnBrk="0" marL="1828800" rtl="0">
      <a:defRPr sz="1800" kern="1200">
        <a:solidFill>
          <a:schemeClr val="tx1"/>
        </a:solidFill>
        <a:latin typeface="+mn-lt"/>
        <a:ea typeface="+mn-ea"/>
        <a:cs typeface="+mn-cs"/>
      </a:defRPr>
    </a:lvl5pPr>
    <a:lvl6pPr algn="l" defTabSz="914400" eaLnBrk="1" hangingPunct="1" latinLnBrk="0" marL="2286000" rtl="0">
      <a:defRPr sz="1800" kern="1200">
        <a:solidFill>
          <a:schemeClr val="tx1"/>
        </a:solidFill>
        <a:latin typeface="+mn-lt"/>
        <a:ea typeface="+mn-ea"/>
        <a:cs typeface="+mn-cs"/>
      </a:defRPr>
    </a:lvl6pPr>
    <a:lvl7pPr algn="l" defTabSz="914400" eaLnBrk="1" hangingPunct="1" latinLnBrk="0" marL="2743200" rtl="0">
      <a:defRPr sz="1800" kern="1200">
        <a:solidFill>
          <a:schemeClr val="tx1"/>
        </a:solidFill>
        <a:latin typeface="+mn-lt"/>
        <a:ea typeface="+mn-ea"/>
        <a:cs typeface="+mn-cs"/>
      </a:defRPr>
    </a:lvl7pPr>
    <a:lvl8pPr algn="l" defTabSz="914400" eaLnBrk="1" hangingPunct="1" latinLnBrk="0" marL="3200400" rtl="0">
      <a:defRPr sz="1800" kern="1200">
        <a:solidFill>
          <a:schemeClr val="tx1"/>
        </a:solidFill>
        <a:latin typeface="+mn-lt"/>
        <a:ea typeface="+mn-ea"/>
        <a:cs typeface="+mn-cs"/>
      </a:defRPr>
    </a:lvl8pPr>
    <a:lvl9pPr algn="l" defTabSz="914400" eaLnBrk="1" hangingPunct="1" latinLnBrk="0" marL="3657600" rtl="0">
      <a:defRPr sz="1800" kern="1200">
        <a:solidFill>
          <a:schemeClr val="tx1"/>
        </a:solidFill>
        <a:latin typeface="+mn-lt"/>
        <a:ea typeface="+mn-ea"/>
        <a:cs typeface="+mn-cs"/>
      </a:defRPr>
    </a:lvl9pPr>
  </p:defaultTextStyle>
</p:presentation>
</file>

<file path=ppt/presProps.xml><?xml version="1.0" encoding="utf-8"?>
<p:presentationPr xmlns:p="http://schemas.openxmlformats.org/presentationml/2006/main" xmlns:r="http://schemas.openxmlformats.org/officeDocument/2006/relationships" xmlns:a="http://schemas.openxmlformats.org/drawingml/2006/main">
  <p:showPr>
    <p:present/>
    <p:sldAll/>
    <p:penClr>
      <a:prstClr val="red"/>
    </p:penClr>
  </p:showPr>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p="http://schemas.openxmlformats.org/presentationml/2006/main" xmlns:r="http://schemas.openxmlformats.org/officeDocument/2006/relationships" xmlns:a="http://schemas.openxmlformats.org/drawingml/2006/main">
  <p:normalViewPr showOutlineIcons="0">
    <p:restoredLeft sz="15620"/>
    <p:restoredTop sz="94660"/>
  </p:normalViewPr>
  <p:slideViewPr>
    <p:cSldViewPr>
      <p:cViewPr varScale="1">
        <p:scale>
          <a:sx n="82" d="100"/>
          <a:sy n="82" d="100"/>
        </p:scale>
        <p:origin x="-691" y="-91"/>
      </p:cViewPr>
      <p:guideLst>
        <p:guide orient="horz" pos="2880"/>
        <p:guide pos="2160"/>
      </p:guideLst>
    </p:cSldViewPr>
  </p:slideViewPr>
  <p:notesTextViewPr>
    <p:cViewPr>
      <p:scale>
        <a:sx n="100" d="100"/>
        <a:sy n="100" d="100"/>
      </p:scale>
      <p:origin x="0" y="0"/>
    </p:cViewPr>
  </p:notesTextViewPr>
  <p:gridSpacing cx="73736200" cy="7373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notesMaster" Target="notesMasters/notesMaster1.xml"/><Relationship Id="rId3" Type="http://schemas.openxmlformats.org/officeDocument/2006/relationships/slide" Target="slides/slide1.xml"/><Relationship Id="rId4" Type="http://schemas.openxmlformats.org/officeDocument/2006/relationships/slide" Target="slides/slide2.xml"/><Relationship Id="rId5" Type="http://schemas.openxmlformats.org/officeDocument/2006/relationships/slide" Target="slides/slide3.xml"/><Relationship Id="rId6" Type="http://schemas.openxmlformats.org/officeDocument/2006/relationships/slide" Target="slides/slide4.xml"/><Relationship Id="rId7" Type="http://schemas.openxmlformats.org/officeDocument/2006/relationships/slide" Target="slides/slide5.xml"/><Relationship Id="rId8" Type="http://schemas.openxmlformats.org/officeDocument/2006/relationships/slide" Target="slides/slide6.xml"/><Relationship Id="rId9" Type="http://schemas.openxmlformats.org/officeDocument/2006/relationships/slide" Target="slides/slide7.xml"/><Relationship Id="rId10" Type="http://schemas.openxmlformats.org/officeDocument/2006/relationships/slide" Target="slides/slide8.xml"/><Relationship Id="rId11" Type="http://schemas.openxmlformats.org/officeDocument/2006/relationships/slide" Target="slides/slide9.xml"/><Relationship Id="rId12" Type="http://schemas.openxmlformats.org/officeDocument/2006/relationships/slide" Target="slides/slide10.xml"/><Relationship Id="rId13" Type="http://schemas.openxmlformats.org/officeDocument/2006/relationships/slide" Target="slides/slide11.xml"/><Relationship Id="rId14" Type="http://schemas.openxmlformats.org/officeDocument/2006/relationships/slide" Target="slides/slide12.xml"/><Relationship Id="rId15" Type="http://schemas.openxmlformats.org/officeDocument/2006/relationships/tableStyles" Target="tableStyles.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s>
</file>

<file path=ppt/charts/_rels/chart1.xml.rels><?xml version="1.0" encoding="UTF-8" standalone="yes"?>
<Relationships xmlns="http://schemas.openxmlformats.org/package/2006/relationships"><Relationship Id="rId1" Type="http://schemas.openxmlformats.org/officeDocument/2006/relationships/oleObject" Target="file:///C:\Users\91701\Desktop\Employee%20Dataset%20EXCEL.xlsx" TargetMode="External"/></Relationships>
</file>

<file path=ppt/charts/chart1.xml><?xml version="1.0" encoding="utf-8"?>
<c:chartSpace xmlns:c="http://schemas.openxmlformats.org/drawingml/2006/chart" xmlns:a="http://schemas.openxmlformats.org/drawingml/2006/main" xmlns:r="http://schemas.openxmlformats.org/officeDocument/2006/relationships">
  <c:date1904 val="0"/>
  <c:lang val="en-US"/>
  <c:roundedCorners val="0"/>
  <c:style val="42"/>
  <c:chart>
    <c:autoTitleDeleted val="0"/>
    <c:plotArea>
      <c:layout/>
      <c:pieChart>
        <c:varyColors val="1"/>
        <c:ser>
          <c:idx val="0"/>
          <c:order val="0"/>
          <c:explosion val="25"/>
          <c:dPt>
            <c:idx val="1"/>
            <c:explosion val="24"/>
          </c:dPt>
          <c:dLbls>
            <c:dLblPos val="ctr"/>
            <c:showLegendKey val="0"/>
            <c:showVal val="1"/>
            <c:showCatName val="0"/>
            <c:showSerName val="0"/>
            <c:showPercent val="0"/>
            <c:showBubbleSize val="0"/>
            <c:showLeaderLines val="0"/>
            <c:extLst>
              <c:ext xmlns:c15="http://schemas.microsoft.com/office/drawing/2012/chart" uri="{CE6537A1-D6FC-4f65-9D91-7224C49458BB}">
                <c15:layout/>
              </c:ext>
            </c:extLst>
          </c:dLbls>
          <c:cat>
            <c:strRef>
              <c:f>Sheet2!$E$1:$F$1</c:f>
              <c:strCache>
                <c:ptCount val="2"/>
                <c:pt idx="0">
                  <c:v>MALE </c:v>
                </c:pt>
                <c:pt idx="1">
                  <c:v>FEMALE</c:v>
                </c:pt>
              </c:strCache>
            </c:strRef>
          </c:cat>
          <c:val>
            <c:numRef>
              <c:f>Sheet2!$E$2:$F$2</c:f>
              <c:numCache>
                <c:formatCode>General</c:formatCode>
                <c:ptCount val="2"/>
                <c:pt idx="0">
                  <c:v>100.0</c:v>
                </c:pt>
                <c:pt idx="1">
                  <c:v>96.0</c:v>
                </c:pt>
              </c:numCache>
            </c:numRef>
          </c:val>
        </c:ser>
        <c:dLbls>
          <c:showLegendKey val="0"/>
          <c:showVal val="1"/>
          <c:showCatName val="0"/>
          <c:showSerName val="0"/>
          <c:showPercent val="0"/>
          <c:showBubbleSize val="0"/>
          <c:showLeaderLines val="0"/>
        </c:dLbls>
        <c:firstSliceAng val="0"/>
      </c:pieChart>
    </c:plotArea>
    <c:legend>
      <c:legendPos val="r"/>
      <c:overlay val="0"/>
    </c:legend>
    <c:plotVisOnly val="1"/>
    <c:dispBlanksAs val="gap"/>
    <c:showDLblsOverMax val="0"/>
  </c:chart>
  <c:externalData r:id="rId1"/>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46" name=""/>
        <p:cNvGrpSpPr/>
        <p:nvPr/>
      </p:nvGrpSpPr>
      <p:grpSpPr>
        <a:xfrm>
          <a:off x="0" y="0"/>
          <a:ext cx="0" cy="0"/>
          <a:chOff x="0" y="0"/>
          <a:chExt cx="0" cy="0"/>
        </a:xfrm>
      </p:grpSpPr>
      <p:sp>
        <p:nvSpPr>
          <p:cNvPr id="1048705" name="Header Placeholder 1"/>
          <p:cNvSpPr>
            <a:spLocks noGrp="1"/>
          </p:cNvSpPr>
          <p:nvPr>
            <p:ph type="hdr" sz="quarter"/>
          </p:nvPr>
        </p:nvSpPr>
        <p:spPr>
          <a:xfrm>
            <a:off x="0" y="0"/>
            <a:ext cx="5283200" cy="344488"/>
          </a:xfrm>
          <a:prstGeom prst="rect"/>
        </p:spPr>
        <p:txBody>
          <a:bodyPr bIns="45720" lIns="91440" rIns="91440" rtlCol="0" tIns="45720" vert="horz"/>
          <a:lstStyle>
            <a:lvl1pPr algn="l">
              <a:defRPr sz="1200"/>
            </a:lvl1pPr>
          </a:lstStyle>
          <a:p>
            <a:endParaRPr lang="en-IN"/>
          </a:p>
        </p:txBody>
      </p:sp>
      <p:sp>
        <p:nvSpPr>
          <p:cNvPr id="1048706" name="Date Placeholder 2"/>
          <p:cNvSpPr>
            <a:spLocks noGrp="1"/>
          </p:cNvSpPr>
          <p:nvPr>
            <p:ph type="dt" idx="1"/>
          </p:nvPr>
        </p:nvSpPr>
        <p:spPr>
          <a:xfrm>
            <a:off x="6905625" y="0"/>
            <a:ext cx="5283200" cy="344488"/>
          </a:xfrm>
          <a:prstGeom prst="rect"/>
        </p:spPr>
        <p:txBody>
          <a:bodyPr bIns="45720" lIns="91440" rIns="91440" rtlCol="0" tIns="45720" vert="horz"/>
          <a:lstStyle>
            <a:lvl1pPr algn="r">
              <a:defRPr sz="1200"/>
            </a:lvl1pPr>
          </a:lstStyle>
          <a:p>
            <a:fld id="{84B86612-B127-4CD0-BF15-66D49A7175F7}" type="datetimeFigureOut">
              <a:rPr lang="en-IN" smtClean="0"/>
              <a:t>12-09-2024</a:t>
            </a:fld>
            <a:endParaRPr lang="en-IN"/>
          </a:p>
        </p:txBody>
      </p:sp>
      <p:sp>
        <p:nvSpPr>
          <p:cNvPr id="1048707" name="Slide Image Placeholder 3"/>
          <p:cNvSpPr>
            <a:spLocks noChangeAspect="1" noRot="1" noGrp="1"/>
          </p:cNvSpPr>
          <p:nvPr>
            <p:ph type="sldImg" idx="2"/>
          </p:nvPr>
        </p:nvSpPr>
        <p:spPr>
          <a:xfrm>
            <a:off x="4038600" y="857250"/>
            <a:ext cx="4114800" cy="2314575"/>
          </a:xfrm>
          <a:prstGeom prst="rect"/>
          <a:noFill/>
          <a:ln w="12700">
            <a:solidFill>
              <a:prstClr val="black"/>
            </a:solidFill>
          </a:ln>
        </p:spPr>
        <p:txBody>
          <a:bodyPr anchor="ctr" bIns="45720" lIns="91440" rIns="91440" rtlCol="0" tIns="45720" vert="horz"/>
          <a:p>
            <a:endParaRPr lang="en-IN"/>
          </a:p>
        </p:txBody>
      </p:sp>
      <p:sp>
        <p:nvSpPr>
          <p:cNvPr id="1048708" name="Notes Placeholder 4"/>
          <p:cNvSpPr>
            <a:spLocks noGrp="1"/>
          </p:cNvSpPr>
          <p:nvPr>
            <p:ph type="body" sz="quarter" idx="3"/>
          </p:nvPr>
        </p:nvSpPr>
        <p:spPr>
          <a:xfrm>
            <a:off x="1219200" y="3300413"/>
            <a:ext cx="9753600" cy="2700337"/>
          </a:xfrm>
          <a:prstGeom prst="rect"/>
        </p:spPr>
        <p:txBody>
          <a:bodyPr bIns="45720" lIns="91440" rIns="91440" rtlCol="0" tIns="45720" vert="horz"/>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1048709" name="Footer Placeholder 5"/>
          <p:cNvSpPr>
            <a:spLocks noGrp="1"/>
          </p:cNvSpPr>
          <p:nvPr>
            <p:ph type="ftr" sz="quarter" idx="4"/>
          </p:nvPr>
        </p:nvSpPr>
        <p:spPr>
          <a:xfrm>
            <a:off x="0" y="6513513"/>
            <a:ext cx="5283200" cy="344487"/>
          </a:xfrm>
          <a:prstGeom prst="rect"/>
        </p:spPr>
        <p:txBody>
          <a:bodyPr anchor="b" bIns="45720" lIns="91440" rIns="91440" rtlCol="0" tIns="45720" vert="horz"/>
          <a:lstStyle>
            <a:lvl1pPr algn="l">
              <a:defRPr sz="1200"/>
            </a:lvl1pPr>
          </a:lstStyle>
          <a:p>
            <a:endParaRPr lang="en-IN"/>
          </a:p>
        </p:txBody>
      </p:sp>
      <p:sp>
        <p:nvSpPr>
          <p:cNvPr id="1048710" name="Slide Number Placeholder 6"/>
          <p:cNvSpPr>
            <a:spLocks noGrp="1"/>
          </p:cNvSpPr>
          <p:nvPr>
            <p:ph type="sldNum" sz="quarter" idx="5"/>
          </p:nvPr>
        </p:nvSpPr>
        <p:spPr>
          <a:xfrm>
            <a:off x="6905625" y="6513513"/>
            <a:ext cx="5283200" cy="344487"/>
          </a:xfrm>
          <a:prstGeom prst="rect"/>
        </p:spPr>
        <p:txBody>
          <a:bodyPr anchor="b" bIns="45720" lIns="91440" rIns="91440" rtlCol="0" tIns="45720" vert="horz"/>
          <a:lstStyle>
            <a:lvl1pPr algn="r">
              <a:defRPr sz="1200"/>
            </a:lvl1pPr>
          </a:lstStyle>
          <a:p>
            <a:fld id="{F7F439ED-1E90-4106-847A-8EF19031FE2F}" type="slidenum">
              <a:rPr lang="en-IN" smtClean="0"/>
              <a:t>‹#›</a:t>
            </a:fld>
            <a:endParaRPr lang="en-IN"/>
          </a:p>
        </p:txBody>
      </p:sp>
    </p:spTree>
  </p:cSld>
  <p:clrMap accent1="accent1" accent2="accent2" accent3="accent3" accent4="accent4" accent5="accent5" accent6="accent6" bg1="lt1" bg2="lt2" tx1="dk1" tx2="dk2" hlink="hlink" folHlink="folHlink"/>
  <p:notesStyle>
    <a:lvl1pPr algn="l" defTabSz="914400" eaLnBrk="1" hangingPunct="1" latinLnBrk="0" marL="0" rtl="0">
      <a:defRPr sz="1200" kern="1200">
        <a:solidFill>
          <a:schemeClr val="tx1"/>
        </a:solidFill>
        <a:latin typeface="+mn-lt"/>
        <a:ea typeface="+mn-ea"/>
        <a:cs typeface="+mn-cs"/>
      </a:defRPr>
    </a:lvl1pPr>
    <a:lvl2pPr algn="l" defTabSz="914400" eaLnBrk="1" hangingPunct="1" latinLnBrk="0" marL="457200" rtl="0">
      <a:defRPr sz="1200" kern="1200">
        <a:solidFill>
          <a:schemeClr val="tx1"/>
        </a:solidFill>
        <a:latin typeface="+mn-lt"/>
        <a:ea typeface="+mn-ea"/>
        <a:cs typeface="+mn-cs"/>
      </a:defRPr>
    </a:lvl2pPr>
    <a:lvl3pPr algn="l" defTabSz="914400" eaLnBrk="1" hangingPunct="1" latinLnBrk="0" marL="914400" rtl="0">
      <a:defRPr sz="1200" kern="1200">
        <a:solidFill>
          <a:schemeClr val="tx1"/>
        </a:solidFill>
        <a:latin typeface="+mn-lt"/>
        <a:ea typeface="+mn-ea"/>
        <a:cs typeface="+mn-cs"/>
      </a:defRPr>
    </a:lvl3pPr>
    <a:lvl4pPr algn="l" defTabSz="914400" eaLnBrk="1" hangingPunct="1" latinLnBrk="0" marL="1371600" rtl="0">
      <a:defRPr sz="1200" kern="1200">
        <a:solidFill>
          <a:schemeClr val="tx1"/>
        </a:solidFill>
        <a:latin typeface="+mn-lt"/>
        <a:ea typeface="+mn-ea"/>
        <a:cs typeface="+mn-cs"/>
      </a:defRPr>
    </a:lvl4pPr>
    <a:lvl5pPr algn="l" defTabSz="914400" eaLnBrk="1" hangingPunct="1" latinLnBrk="0" marL="1828800" rtl="0">
      <a:defRPr sz="1200" kern="1200">
        <a:solidFill>
          <a:schemeClr val="tx1"/>
        </a:solidFill>
        <a:latin typeface="+mn-lt"/>
        <a:ea typeface="+mn-ea"/>
        <a:cs typeface="+mn-cs"/>
      </a:defRPr>
    </a:lvl5pPr>
    <a:lvl6pPr algn="l" defTabSz="914400" eaLnBrk="1" hangingPunct="1" latinLnBrk="0" marL="2286000" rtl="0">
      <a:defRPr sz="1200" kern="1200">
        <a:solidFill>
          <a:schemeClr val="tx1"/>
        </a:solidFill>
        <a:latin typeface="+mn-lt"/>
        <a:ea typeface="+mn-ea"/>
        <a:cs typeface="+mn-cs"/>
      </a:defRPr>
    </a:lvl6pPr>
    <a:lvl7pPr algn="l" defTabSz="914400" eaLnBrk="1" hangingPunct="1" latinLnBrk="0" marL="2743200" rtl="0">
      <a:defRPr sz="1200" kern="1200">
        <a:solidFill>
          <a:schemeClr val="tx1"/>
        </a:solidFill>
        <a:latin typeface="+mn-lt"/>
        <a:ea typeface="+mn-ea"/>
        <a:cs typeface="+mn-cs"/>
      </a:defRPr>
    </a:lvl7pPr>
    <a:lvl8pPr algn="l" defTabSz="914400" eaLnBrk="1" hangingPunct="1" latinLnBrk="0" marL="3200400" rtl="0">
      <a:defRPr sz="1200" kern="1200">
        <a:solidFill>
          <a:schemeClr val="tx1"/>
        </a:solidFill>
        <a:latin typeface="+mn-lt"/>
        <a:ea typeface="+mn-ea"/>
        <a:cs typeface="+mn-cs"/>
      </a:defRPr>
    </a:lvl8pPr>
    <a:lvl9pPr algn="l" defTabSz="914400" eaLnBrk="1" hangingPunct="1" latinLnBrk="0" marL="3657600" rtl="0">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22" name=""/>
        <p:cNvGrpSpPr/>
        <p:nvPr/>
      </p:nvGrpSpPr>
      <p:grpSpPr>
        <a:xfrm>
          <a:off x="0" y="0"/>
          <a:ext cx="0" cy="0"/>
          <a:chOff x="0" y="0"/>
          <a:chExt cx="0" cy="0"/>
        </a:xfrm>
      </p:grpSpPr>
      <p:sp>
        <p:nvSpPr>
          <p:cNvPr id="1048603" name="Slide Image Placeholder 1"/>
          <p:cNvSpPr>
            <a:spLocks noChangeAspect="1" noRot="1" noGrp="1"/>
          </p:cNvSpPr>
          <p:nvPr>
            <p:ph type="sldImg"/>
          </p:nvPr>
        </p:nvSpPr>
        <p:spPr/>
      </p:sp>
      <p:sp>
        <p:nvSpPr>
          <p:cNvPr id="1048604" name="Notes Placeholder 2"/>
          <p:cNvSpPr>
            <a:spLocks noGrp="1"/>
          </p:cNvSpPr>
          <p:nvPr>
            <p:ph type="body" idx="1"/>
          </p:nvPr>
        </p:nvSpPr>
        <p:spPr/>
        <p:txBody>
          <a:bodyPr/>
          <a:p>
            <a:endParaRPr dirty="0" lang="en-IN"/>
          </a:p>
        </p:txBody>
      </p:sp>
      <p:sp>
        <p:nvSpPr>
          <p:cNvPr id="1048605" name="Slide Number Placeholder 3"/>
          <p:cNvSpPr>
            <a:spLocks noGrp="1"/>
          </p:cNvSpPr>
          <p:nvPr>
            <p:ph type="sldNum" sz="quarter" idx="5"/>
          </p:nvPr>
        </p:nvSpPr>
        <p:spPr/>
        <p:txBody>
          <a:bodyPr/>
          <a:p>
            <a:fld id="{F7F439ED-1E90-4106-847A-8EF19031FE2F}" type="slidenum">
              <a:rPr lang="en-IN" smtClean="0"/>
              <a:t>1</a:t>
            </a:fld>
            <a:endParaRPr lang="en-IN"/>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type="obj">
  <p:cSld name="Title Slide">
    <p:spTree>
      <p:nvGrpSpPr>
        <p:cNvPr id="18" name=""/>
        <p:cNvGrpSpPr/>
        <p:nvPr/>
      </p:nvGrpSpPr>
      <p:grpSpPr>
        <a:xfrm>
          <a:off x="0" y="0"/>
          <a:ext cx="0" cy="0"/>
          <a:chOff x="0" y="0"/>
          <a:chExt cx="0" cy="0"/>
        </a:xfrm>
      </p:grpSpPr>
      <p:sp>
        <p:nvSpPr>
          <p:cNvPr id="1048591" name="Holder 2"/>
          <p:cNvSpPr>
            <a:spLocks noGrp="1"/>
          </p:cNvSpPr>
          <p:nvPr>
            <p:ph type="ctrTitle"/>
          </p:nvPr>
        </p:nvSpPr>
        <p:spPr>
          <a:xfrm>
            <a:off x="3195574" y="2067305"/>
            <a:ext cx="5800851" cy="518160"/>
          </a:xfrm>
          <a:prstGeom prst="rect"/>
        </p:spPr>
        <p:txBody>
          <a:bodyPr bIns="0" lIns="0" rIns="0" tIns="0" wrap="square">
            <a:spAutoFit/>
          </a:bodyPr>
          <a:lstStyle>
            <a:lvl1pPr>
              <a:defRPr b="0" sz="3200" i="0">
                <a:solidFill>
                  <a:schemeClr val="tx1"/>
                </a:solidFill>
                <a:latin typeface="Trebuchet MS"/>
                <a:cs typeface="Trebuchet MS"/>
              </a:defRPr>
            </a:lvl1pPr>
          </a:lstStyle>
          <a:p/>
        </p:txBody>
      </p:sp>
      <p:sp>
        <p:nvSpPr>
          <p:cNvPr id="1048592" name="Holder 3"/>
          <p:cNvSpPr>
            <a:spLocks noGrp="1"/>
          </p:cNvSpPr>
          <p:nvPr>
            <p:ph type="subTitle" idx="4"/>
          </p:nvPr>
        </p:nvSpPr>
        <p:spPr>
          <a:xfrm>
            <a:off x="1828800" y="3840480"/>
            <a:ext cx="8534400" cy="1714500"/>
          </a:xfrm>
          <a:prstGeom prst="rect"/>
        </p:spPr>
        <p:txBody>
          <a:bodyPr bIns="0" lIns="0" rIns="0" tIns="0" wrap="square">
            <a:spAutoFit/>
          </a:bodyPr>
          <a:p/>
        </p:txBody>
      </p:sp>
      <p:sp>
        <p:nvSpPr>
          <p:cNvPr id="1048593" name="Holder 4"/>
          <p:cNvSpPr>
            <a:spLocks noGrp="1"/>
          </p:cNvSpPr>
          <p:nvPr>
            <p:ph type="ftr" sz="quarter" idx="5"/>
          </p:nvPr>
        </p:nvSpPr>
        <p:spPr/>
        <p:txBody>
          <a:bodyPr bIns="0" lIns="0" rIns="0" tIns="0"/>
          <a:lstStyle>
            <a:lvl1pPr algn="ctr">
              <a:defRPr>
                <a:solidFill>
                  <a:schemeClr val="tx1">
                    <a:tint val="75000"/>
                  </a:schemeClr>
                </a:solidFill>
              </a:defRPr>
            </a:lvl1pPr>
          </a:lstStyle>
          <a:p/>
        </p:txBody>
      </p:sp>
      <p:sp>
        <p:nvSpPr>
          <p:cNvPr id="1048594" name="Holder 5"/>
          <p:cNvSpPr>
            <a:spLocks noGrp="1"/>
          </p:cNvSpPr>
          <p:nvPr>
            <p:ph type="dt" sz="half" idx="6"/>
          </p:nvPr>
        </p:nvSpPr>
        <p:spPr/>
        <p:txBody>
          <a:bodyPr bIns="0" lIns="0" rIns="0" tIns="0"/>
          <a:lstStyle>
            <a:lvl1pPr algn="l">
              <a:defRPr>
                <a:solidFill>
                  <a:schemeClr val="tx1">
                    <a:tint val="75000"/>
                  </a:schemeClr>
                </a:solidFill>
              </a:defRPr>
            </a:lvl1pPr>
          </a:lstStyle>
          <a:p>
            <a:fld id="{1D8BD707-D9CF-40AE-B4C6-C98DA3205C09}" type="datetimeFigureOut">
              <a:rPr lang="en-US"/>
              <a:t>9/12/2024</a:t>
            </a:fld>
            <a:endParaRPr lang="en-US"/>
          </a:p>
        </p:txBody>
      </p:sp>
      <p:sp>
        <p:nvSpPr>
          <p:cNvPr id="1048595" name="Holder 6"/>
          <p:cNvSpPr>
            <a:spLocks noGrp="1"/>
          </p:cNvSpPr>
          <p:nvPr>
            <p:ph type="sldNum" sz="quarter" idx="7"/>
          </p:nvPr>
        </p:nvSpPr>
        <p:spPr/>
        <p:txBody>
          <a:bodyPr bIns="0" lIns="0" rIns="0" tIns="0"/>
          <a:lstStyle>
            <a:lvl1pPr>
              <a:defRPr b="0" sz="1100" i="0">
                <a:solidFill>
                  <a:srgbClr val="2D936B"/>
                </a:solidFill>
                <a:latin typeface="Trebuchet MS"/>
                <a:cs typeface="Trebuchet MS"/>
              </a:defRPr>
            </a:lvl1pPr>
          </a:lstStyle>
          <a:p>
            <a:pPr marL="38100">
              <a:lnSpc>
                <a:spcPct val="100000"/>
              </a:lnSpc>
              <a:spcBef>
                <a:spcPts val="55"/>
              </a:spcBef>
            </a:pPr>
            <a:fld id="{81D60167-4931-47E6-BA6A-407CBD079E47}" type="slidenum">
              <a:rPr dirty="0" spc="10"/>
              <a:pPr marL="38100">
                <a:lnSpc>
                  <a:spcPct val="100000"/>
                </a:lnSpc>
                <a:spcBef>
                  <a:spcPts val="55"/>
                </a:spcBef>
              </a:pPr>
              <a:t>‹#›</a:t>
            </a:fld>
            <a:endParaRPr dirty="0" spc="1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type="obj">
  <p:cSld name="Title and Content">
    <p:spTree>
      <p:nvGrpSpPr>
        <p:cNvPr id="43" name=""/>
        <p:cNvGrpSpPr/>
        <p:nvPr/>
      </p:nvGrpSpPr>
      <p:grpSpPr>
        <a:xfrm>
          <a:off x="0" y="0"/>
          <a:ext cx="0" cy="0"/>
          <a:chOff x="0" y="0"/>
          <a:chExt cx="0" cy="0"/>
        </a:xfrm>
      </p:grpSpPr>
      <p:sp>
        <p:nvSpPr>
          <p:cNvPr id="1048691" name="Holder 2"/>
          <p:cNvSpPr>
            <a:spLocks noGrp="1"/>
          </p:cNvSpPr>
          <p:nvPr>
            <p:ph type="title"/>
          </p:nvPr>
        </p:nvSpPr>
        <p:spPr/>
        <p:txBody>
          <a:bodyPr bIns="0" lIns="0" rIns="0" tIns="0"/>
          <a:lstStyle>
            <a:lvl1pPr>
              <a:defRPr b="1" sz="4800" i="0">
                <a:solidFill>
                  <a:schemeClr val="tx1"/>
                </a:solidFill>
                <a:latin typeface="Trebuchet MS"/>
                <a:cs typeface="Trebuchet MS"/>
              </a:defRPr>
            </a:lvl1pPr>
          </a:lstStyle>
          <a:p/>
        </p:txBody>
      </p:sp>
      <p:sp>
        <p:nvSpPr>
          <p:cNvPr id="1048692" name="Holder 3"/>
          <p:cNvSpPr>
            <a:spLocks noGrp="1"/>
          </p:cNvSpPr>
          <p:nvPr>
            <p:ph type="body" idx="1"/>
          </p:nvPr>
        </p:nvSpPr>
        <p:spPr/>
        <p:txBody>
          <a:bodyPr bIns="0" lIns="0" rIns="0" tIns="0"/>
          <a:p/>
        </p:txBody>
      </p:sp>
      <p:sp>
        <p:nvSpPr>
          <p:cNvPr id="1048693" name="Holder 4"/>
          <p:cNvSpPr>
            <a:spLocks noGrp="1"/>
          </p:cNvSpPr>
          <p:nvPr>
            <p:ph type="ftr" sz="quarter" idx="5"/>
          </p:nvPr>
        </p:nvSpPr>
        <p:spPr/>
        <p:txBody>
          <a:bodyPr bIns="0" lIns="0" rIns="0" tIns="0"/>
          <a:lstStyle>
            <a:lvl1pPr algn="ctr">
              <a:defRPr>
                <a:solidFill>
                  <a:schemeClr val="tx1">
                    <a:tint val="75000"/>
                  </a:schemeClr>
                </a:solidFill>
              </a:defRPr>
            </a:lvl1pPr>
          </a:lstStyle>
          <a:p/>
        </p:txBody>
      </p:sp>
      <p:sp>
        <p:nvSpPr>
          <p:cNvPr id="1048694" name="Holder 5"/>
          <p:cNvSpPr>
            <a:spLocks noGrp="1"/>
          </p:cNvSpPr>
          <p:nvPr>
            <p:ph type="dt" sz="half" idx="6"/>
          </p:nvPr>
        </p:nvSpPr>
        <p:spPr/>
        <p:txBody>
          <a:bodyPr bIns="0" lIns="0" rIns="0" tIns="0"/>
          <a:lstStyle>
            <a:lvl1pPr algn="l">
              <a:defRPr>
                <a:solidFill>
                  <a:schemeClr val="tx1">
                    <a:tint val="75000"/>
                  </a:schemeClr>
                </a:solidFill>
              </a:defRPr>
            </a:lvl1pPr>
          </a:lstStyle>
          <a:p>
            <a:fld id="{1D8BD707-D9CF-40AE-B4C6-C98DA3205C09}" type="datetimeFigureOut">
              <a:rPr lang="en-US"/>
              <a:t>9/12/2024</a:t>
            </a:fld>
            <a:endParaRPr lang="en-US"/>
          </a:p>
        </p:txBody>
      </p:sp>
      <p:sp>
        <p:nvSpPr>
          <p:cNvPr id="1048695" name="Holder 6"/>
          <p:cNvSpPr>
            <a:spLocks noGrp="1"/>
          </p:cNvSpPr>
          <p:nvPr>
            <p:ph type="sldNum" sz="quarter" idx="7"/>
          </p:nvPr>
        </p:nvSpPr>
        <p:spPr/>
        <p:txBody>
          <a:bodyPr bIns="0" lIns="0" rIns="0" tIns="0"/>
          <a:lstStyle>
            <a:lvl1pPr>
              <a:defRPr b="0" sz="1100" i="0">
                <a:solidFill>
                  <a:srgbClr val="2D936B"/>
                </a:solidFill>
                <a:latin typeface="Trebuchet MS"/>
                <a:cs typeface="Trebuchet MS"/>
              </a:defRPr>
            </a:lvl1pPr>
          </a:lstStyle>
          <a:p>
            <a:pPr marL="38100">
              <a:lnSpc>
                <a:spcPct val="100000"/>
              </a:lnSpc>
              <a:spcBef>
                <a:spcPts val="55"/>
              </a:spcBef>
            </a:pPr>
            <a:fld id="{81D60167-4931-47E6-BA6A-407CBD079E47}" type="slidenum">
              <a:rPr dirty="0" spc="10"/>
              <a:pPr marL="38100">
                <a:lnSpc>
                  <a:spcPct val="100000"/>
                </a:lnSpc>
                <a:spcBef>
                  <a:spcPts val="55"/>
                </a:spcBef>
              </a:pPr>
              <a:t>‹#›</a:t>
            </a:fld>
            <a:endParaRPr dirty="0" spc="1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type="obj">
  <p:cSld name="Two Content">
    <p:spTree>
      <p:nvGrpSpPr>
        <p:cNvPr id="44" name=""/>
        <p:cNvGrpSpPr/>
        <p:nvPr/>
      </p:nvGrpSpPr>
      <p:grpSpPr>
        <a:xfrm>
          <a:off x="0" y="0"/>
          <a:ext cx="0" cy="0"/>
          <a:chOff x="0" y="0"/>
          <a:chExt cx="0" cy="0"/>
        </a:xfrm>
      </p:grpSpPr>
      <p:sp>
        <p:nvSpPr>
          <p:cNvPr id="1048696" name="Holder 2"/>
          <p:cNvSpPr>
            <a:spLocks noGrp="1"/>
          </p:cNvSpPr>
          <p:nvPr>
            <p:ph type="title"/>
          </p:nvPr>
        </p:nvSpPr>
        <p:spPr/>
        <p:txBody>
          <a:bodyPr bIns="0" lIns="0" rIns="0" tIns="0"/>
          <a:lstStyle>
            <a:lvl1pPr>
              <a:defRPr b="1" sz="4800" i="0">
                <a:solidFill>
                  <a:schemeClr val="tx1"/>
                </a:solidFill>
                <a:latin typeface="Trebuchet MS"/>
                <a:cs typeface="Trebuchet MS"/>
              </a:defRPr>
            </a:lvl1pPr>
          </a:lstStyle>
          <a:p/>
        </p:txBody>
      </p:sp>
      <p:sp>
        <p:nvSpPr>
          <p:cNvPr id="1048697" name="Holder 3"/>
          <p:cNvSpPr>
            <a:spLocks noGrp="1"/>
          </p:cNvSpPr>
          <p:nvPr>
            <p:ph sz="half" idx="2"/>
          </p:nvPr>
        </p:nvSpPr>
        <p:spPr>
          <a:xfrm>
            <a:off x="609600" y="1577340"/>
            <a:ext cx="5303520" cy="4526280"/>
          </a:xfrm>
          <a:prstGeom prst="rect"/>
        </p:spPr>
        <p:txBody>
          <a:bodyPr bIns="0" lIns="0" rIns="0" tIns="0" wrap="square">
            <a:spAutoFit/>
          </a:bodyPr>
          <a:p/>
        </p:txBody>
      </p:sp>
      <p:sp>
        <p:nvSpPr>
          <p:cNvPr id="1048698" name="Holder 4"/>
          <p:cNvSpPr>
            <a:spLocks noGrp="1"/>
          </p:cNvSpPr>
          <p:nvPr>
            <p:ph sz="half" idx="3"/>
          </p:nvPr>
        </p:nvSpPr>
        <p:spPr>
          <a:xfrm>
            <a:off x="6278880" y="1577340"/>
            <a:ext cx="5303520" cy="4526280"/>
          </a:xfrm>
          <a:prstGeom prst="rect"/>
        </p:spPr>
        <p:txBody>
          <a:bodyPr bIns="0" lIns="0" rIns="0" tIns="0" wrap="square">
            <a:spAutoFit/>
          </a:bodyPr>
          <a:p/>
        </p:txBody>
      </p:sp>
      <p:sp>
        <p:nvSpPr>
          <p:cNvPr id="1048699" name="Holder 5"/>
          <p:cNvSpPr>
            <a:spLocks noGrp="1"/>
          </p:cNvSpPr>
          <p:nvPr>
            <p:ph type="ftr" sz="quarter" idx="5"/>
          </p:nvPr>
        </p:nvSpPr>
        <p:spPr/>
        <p:txBody>
          <a:bodyPr bIns="0" lIns="0" rIns="0" tIns="0"/>
          <a:lstStyle>
            <a:lvl1pPr algn="ctr">
              <a:defRPr>
                <a:solidFill>
                  <a:schemeClr val="tx1">
                    <a:tint val="75000"/>
                  </a:schemeClr>
                </a:solidFill>
              </a:defRPr>
            </a:lvl1pPr>
          </a:lstStyle>
          <a:p/>
        </p:txBody>
      </p:sp>
      <p:sp>
        <p:nvSpPr>
          <p:cNvPr id="1048700" name="Holder 6"/>
          <p:cNvSpPr>
            <a:spLocks noGrp="1"/>
          </p:cNvSpPr>
          <p:nvPr>
            <p:ph type="dt" sz="half" idx="6"/>
          </p:nvPr>
        </p:nvSpPr>
        <p:spPr/>
        <p:txBody>
          <a:bodyPr bIns="0" lIns="0" rIns="0" tIns="0"/>
          <a:lstStyle>
            <a:lvl1pPr algn="l">
              <a:defRPr>
                <a:solidFill>
                  <a:schemeClr val="tx1">
                    <a:tint val="75000"/>
                  </a:schemeClr>
                </a:solidFill>
              </a:defRPr>
            </a:lvl1pPr>
          </a:lstStyle>
          <a:p>
            <a:fld id="{1D8BD707-D9CF-40AE-B4C6-C98DA3205C09}" type="datetimeFigureOut">
              <a:rPr lang="en-US"/>
              <a:t>9/12/2024</a:t>
            </a:fld>
            <a:endParaRPr lang="en-US"/>
          </a:p>
        </p:txBody>
      </p:sp>
      <p:sp>
        <p:nvSpPr>
          <p:cNvPr id="1048701" name="Holder 7"/>
          <p:cNvSpPr>
            <a:spLocks noGrp="1"/>
          </p:cNvSpPr>
          <p:nvPr>
            <p:ph type="sldNum" sz="quarter" idx="7"/>
          </p:nvPr>
        </p:nvSpPr>
        <p:spPr/>
        <p:txBody>
          <a:bodyPr bIns="0" lIns="0" rIns="0" tIns="0"/>
          <a:lstStyle>
            <a:lvl1pPr>
              <a:defRPr b="0" sz="1100" i="0">
                <a:solidFill>
                  <a:srgbClr val="2D936B"/>
                </a:solidFill>
                <a:latin typeface="Trebuchet MS"/>
                <a:cs typeface="Trebuchet MS"/>
              </a:defRPr>
            </a:lvl1pPr>
          </a:lstStyle>
          <a:p>
            <a:pPr marL="38100">
              <a:lnSpc>
                <a:spcPct val="100000"/>
              </a:lnSpc>
              <a:spcBef>
                <a:spcPts val="55"/>
              </a:spcBef>
            </a:pPr>
            <a:fld id="{81D60167-4931-47E6-BA6A-407CBD079E47}" type="slidenum">
              <a:rPr dirty="0" spc="10"/>
              <a:pPr marL="38100">
                <a:lnSpc>
                  <a:spcPct val="100000"/>
                </a:lnSpc>
                <a:spcBef>
                  <a:spcPts val="55"/>
                </a:spcBef>
              </a:pPr>
              <a:t>‹#›</a:t>
            </a:fld>
            <a:endParaRPr dirty="0" spc="1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type="obj">
  <p:cSld name="Title Only">
    <p:spTree>
      <p:nvGrpSpPr>
        <p:cNvPr id="25" name=""/>
        <p:cNvGrpSpPr/>
        <p:nvPr/>
      </p:nvGrpSpPr>
      <p:grpSpPr>
        <a:xfrm>
          <a:off x="0" y="0"/>
          <a:ext cx="0" cy="0"/>
          <a:chOff x="0" y="0"/>
          <a:chExt cx="0" cy="0"/>
        </a:xfrm>
      </p:grpSpPr>
      <p:sp>
        <p:nvSpPr>
          <p:cNvPr id="1048606" name="Holder 2"/>
          <p:cNvSpPr>
            <a:spLocks noGrp="1"/>
          </p:cNvSpPr>
          <p:nvPr>
            <p:ph type="title"/>
          </p:nvPr>
        </p:nvSpPr>
        <p:spPr/>
        <p:txBody>
          <a:bodyPr bIns="0" lIns="0" rIns="0" tIns="0"/>
          <a:lstStyle>
            <a:lvl1pPr>
              <a:defRPr b="1" sz="4800" i="0">
                <a:solidFill>
                  <a:schemeClr val="tx1"/>
                </a:solidFill>
                <a:latin typeface="Trebuchet MS"/>
                <a:cs typeface="Trebuchet MS"/>
              </a:defRPr>
            </a:lvl1pPr>
          </a:lstStyle>
          <a:p/>
        </p:txBody>
      </p:sp>
      <p:sp>
        <p:nvSpPr>
          <p:cNvPr id="1048607" name="Holder 3"/>
          <p:cNvSpPr>
            <a:spLocks noGrp="1"/>
          </p:cNvSpPr>
          <p:nvPr>
            <p:ph type="ftr" sz="quarter" idx="5"/>
          </p:nvPr>
        </p:nvSpPr>
        <p:spPr/>
        <p:txBody>
          <a:bodyPr bIns="0" lIns="0" rIns="0" tIns="0"/>
          <a:lstStyle>
            <a:lvl1pPr algn="ctr">
              <a:defRPr>
                <a:solidFill>
                  <a:schemeClr val="tx1">
                    <a:tint val="75000"/>
                  </a:schemeClr>
                </a:solidFill>
              </a:defRPr>
            </a:lvl1pPr>
          </a:lstStyle>
          <a:p/>
        </p:txBody>
      </p:sp>
      <p:sp>
        <p:nvSpPr>
          <p:cNvPr id="1048608" name="Holder 4"/>
          <p:cNvSpPr>
            <a:spLocks noGrp="1"/>
          </p:cNvSpPr>
          <p:nvPr>
            <p:ph type="dt" sz="half" idx="6"/>
          </p:nvPr>
        </p:nvSpPr>
        <p:spPr/>
        <p:txBody>
          <a:bodyPr bIns="0" lIns="0" rIns="0" tIns="0"/>
          <a:lstStyle>
            <a:lvl1pPr algn="l">
              <a:defRPr>
                <a:solidFill>
                  <a:schemeClr val="tx1">
                    <a:tint val="75000"/>
                  </a:schemeClr>
                </a:solidFill>
              </a:defRPr>
            </a:lvl1pPr>
          </a:lstStyle>
          <a:p>
            <a:fld id="{1D8BD707-D9CF-40AE-B4C6-C98DA3205C09}" type="datetimeFigureOut">
              <a:rPr lang="en-US"/>
              <a:t>9/12/2024</a:t>
            </a:fld>
            <a:endParaRPr lang="en-US"/>
          </a:p>
        </p:txBody>
      </p:sp>
      <p:sp>
        <p:nvSpPr>
          <p:cNvPr id="1048609" name="Holder 5"/>
          <p:cNvSpPr>
            <a:spLocks noGrp="1"/>
          </p:cNvSpPr>
          <p:nvPr>
            <p:ph type="sldNum" sz="quarter" idx="7"/>
          </p:nvPr>
        </p:nvSpPr>
        <p:spPr/>
        <p:txBody>
          <a:bodyPr bIns="0" lIns="0" rIns="0" tIns="0"/>
          <a:lstStyle>
            <a:lvl1pPr>
              <a:defRPr b="0" sz="1100" i="0">
                <a:solidFill>
                  <a:srgbClr val="2D936B"/>
                </a:solidFill>
                <a:latin typeface="Trebuchet MS"/>
                <a:cs typeface="Trebuchet MS"/>
              </a:defRPr>
            </a:lvl1pPr>
          </a:lstStyle>
          <a:p>
            <a:pPr marL="38100">
              <a:lnSpc>
                <a:spcPct val="100000"/>
              </a:lnSpc>
              <a:spcBef>
                <a:spcPts val="55"/>
              </a:spcBef>
            </a:pPr>
            <a:fld id="{81D60167-4931-47E6-BA6A-407CBD079E47}" type="slidenum">
              <a:rPr dirty="0" spc="10"/>
              <a:pPr marL="38100">
                <a:lnSpc>
                  <a:spcPct val="100000"/>
                </a:lnSpc>
                <a:spcBef>
                  <a:spcPts val="55"/>
                </a:spcBef>
              </a:pPr>
              <a:t>‹#›</a:t>
            </a:fld>
            <a:endParaRPr dirty="0" spc="1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type="obj">
  <p:cSld name="Blank">
    <p:spTree>
      <p:nvGrpSpPr>
        <p:cNvPr id="45" name=""/>
        <p:cNvGrpSpPr/>
        <p:nvPr/>
      </p:nvGrpSpPr>
      <p:grpSpPr>
        <a:xfrm>
          <a:off x="0" y="0"/>
          <a:ext cx="0" cy="0"/>
          <a:chOff x="0" y="0"/>
          <a:chExt cx="0" cy="0"/>
        </a:xfrm>
      </p:grpSpPr>
      <p:sp>
        <p:nvSpPr>
          <p:cNvPr id="1048702" name="Holder 2"/>
          <p:cNvSpPr>
            <a:spLocks noGrp="1"/>
          </p:cNvSpPr>
          <p:nvPr>
            <p:ph type="ftr" sz="quarter" idx="5"/>
          </p:nvPr>
        </p:nvSpPr>
        <p:spPr/>
        <p:txBody>
          <a:bodyPr bIns="0" lIns="0" rIns="0" tIns="0"/>
          <a:lstStyle>
            <a:lvl1pPr algn="ctr">
              <a:defRPr>
                <a:solidFill>
                  <a:schemeClr val="tx1">
                    <a:tint val="75000"/>
                  </a:schemeClr>
                </a:solidFill>
              </a:defRPr>
            </a:lvl1pPr>
          </a:lstStyle>
          <a:p/>
        </p:txBody>
      </p:sp>
      <p:sp>
        <p:nvSpPr>
          <p:cNvPr id="1048703" name="Holder 3"/>
          <p:cNvSpPr>
            <a:spLocks noGrp="1"/>
          </p:cNvSpPr>
          <p:nvPr>
            <p:ph type="dt" sz="half" idx="6"/>
          </p:nvPr>
        </p:nvSpPr>
        <p:spPr/>
        <p:txBody>
          <a:bodyPr bIns="0" lIns="0" rIns="0" tIns="0"/>
          <a:lstStyle>
            <a:lvl1pPr algn="l">
              <a:defRPr>
                <a:solidFill>
                  <a:schemeClr val="tx1">
                    <a:tint val="75000"/>
                  </a:schemeClr>
                </a:solidFill>
              </a:defRPr>
            </a:lvl1pPr>
          </a:lstStyle>
          <a:p>
            <a:fld id="{1D8BD707-D9CF-40AE-B4C6-C98DA3205C09}" type="datetimeFigureOut">
              <a:rPr lang="en-US"/>
              <a:t>9/12/2024</a:t>
            </a:fld>
            <a:endParaRPr lang="en-US"/>
          </a:p>
        </p:txBody>
      </p:sp>
      <p:sp>
        <p:nvSpPr>
          <p:cNvPr id="1048704" name="Holder 4"/>
          <p:cNvSpPr>
            <a:spLocks noGrp="1"/>
          </p:cNvSpPr>
          <p:nvPr>
            <p:ph type="sldNum" sz="quarter" idx="7"/>
          </p:nvPr>
        </p:nvSpPr>
        <p:spPr/>
        <p:txBody>
          <a:bodyPr bIns="0" lIns="0" rIns="0" tIns="0"/>
          <a:lstStyle>
            <a:lvl1pPr>
              <a:defRPr b="0" sz="1100" i="0">
                <a:solidFill>
                  <a:srgbClr val="2D936B"/>
                </a:solidFill>
                <a:latin typeface="Trebuchet MS"/>
                <a:cs typeface="Trebuchet MS"/>
              </a:defRPr>
            </a:lvl1pPr>
          </a:lstStyle>
          <a:p>
            <a:pPr marL="38100">
              <a:lnSpc>
                <a:spcPct val="100000"/>
              </a:lnSpc>
              <a:spcBef>
                <a:spcPts val="55"/>
              </a:spcBef>
            </a:pPr>
            <a:fld id="{81D60167-4931-47E6-BA6A-407CBD079E47}" type="slidenum">
              <a:rPr dirty="0" spc="10"/>
              <a:pPr marL="38100">
                <a:lnSpc>
                  <a:spcPct val="100000"/>
                </a:lnSpc>
                <a:spcBef>
                  <a:spcPts val="55"/>
                </a:spcBef>
              </a:pPr>
              <a:t>‹#›</a:t>
            </a:fld>
            <a:endParaRPr dirty="0" spc="1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2" name=""/>
        <p:cNvGrpSpPr/>
        <p:nvPr/>
      </p:nvGrpSpPr>
      <p:grpSpPr>
        <a:xfrm>
          <a:off x="0" y="0"/>
          <a:ext cx="0" cy="0"/>
          <a:chOff x="0" y="0"/>
          <a:chExt cx="0" cy="0"/>
        </a:xfrm>
      </p:grpSpPr>
      <p:sp>
        <p:nvSpPr>
          <p:cNvPr id="1048576" name="bg object 16"/>
          <p:cNvSpPr/>
          <p:nvPr/>
        </p:nvSpPr>
        <p:spPr>
          <a:xfrm>
            <a:off x="9377426" y="4825"/>
            <a:ext cx="1218565" cy="6853555"/>
          </a:xfrm>
          <a:custGeom>
            <a:avLst/>
            <a:ahLst/>
            <a:rect l="l" t="t" r="r" b="b"/>
            <a:pathLst>
              <a:path w="1218565" h="6853555">
                <a:moveTo>
                  <a:pt x="0" y="0"/>
                </a:moveTo>
                <a:lnTo>
                  <a:pt x="1218352" y="6853171"/>
                </a:lnTo>
              </a:path>
            </a:pathLst>
          </a:custGeom>
          <a:ln w="9525">
            <a:solidFill>
              <a:srgbClr val="5FCAEE"/>
            </a:solidFill>
          </a:ln>
        </p:spPr>
        <p:txBody>
          <a:bodyPr bIns="0" lIns="0" rIns="0" rtlCol="0" tIns="0" wrap="square"/>
          <a:p/>
        </p:txBody>
      </p:sp>
      <p:sp>
        <p:nvSpPr>
          <p:cNvPr id="1048577" name="bg object 17"/>
          <p:cNvSpPr/>
          <p:nvPr/>
        </p:nvSpPr>
        <p:spPr>
          <a:xfrm>
            <a:off x="7448612" y="3694896"/>
            <a:ext cx="4743450" cy="3163570"/>
          </a:xfrm>
          <a:custGeom>
            <a:avLst/>
            <a:ahLst/>
            <a:rect l="l" t="t" r="r" b="b"/>
            <a:pathLst>
              <a:path w="4743450" h="3163570">
                <a:moveTo>
                  <a:pt x="4743387" y="0"/>
                </a:moveTo>
                <a:lnTo>
                  <a:pt x="0" y="3163101"/>
                </a:lnTo>
              </a:path>
            </a:pathLst>
          </a:custGeom>
          <a:ln w="9525">
            <a:solidFill>
              <a:srgbClr val="5FCAEE"/>
            </a:solidFill>
          </a:ln>
        </p:spPr>
        <p:txBody>
          <a:bodyPr bIns="0" lIns="0" rIns="0" rtlCol="0" tIns="0" wrap="square"/>
          <a:p/>
        </p:txBody>
      </p:sp>
      <p:sp>
        <p:nvSpPr>
          <p:cNvPr id="1048578" name="bg object 18"/>
          <p:cNvSpPr/>
          <p:nvPr/>
        </p:nvSpPr>
        <p:spPr>
          <a:xfrm>
            <a:off x="9182100" y="0"/>
            <a:ext cx="3009900" cy="6858000"/>
          </a:xfrm>
          <a:custGeom>
            <a:avLst/>
            <a:ahLst/>
            <a:rect l="l" t="t" r="r" b="b"/>
            <a:pathLst>
              <a:path w="3009900" h="6858000">
                <a:moveTo>
                  <a:pt x="3009899" y="0"/>
                </a:moveTo>
                <a:lnTo>
                  <a:pt x="2044399" y="0"/>
                </a:lnTo>
                <a:lnTo>
                  <a:pt x="0" y="6857996"/>
                </a:lnTo>
                <a:lnTo>
                  <a:pt x="3009899" y="6857996"/>
                </a:lnTo>
                <a:lnTo>
                  <a:pt x="3009899" y="0"/>
                </a:lnTo>
                <a:close/>
              </a:path>
            </a:pathLst>
          </a:custGeom>
          <a:solidFill>
            <a:srgbClr val="5FCAEE">
              <a:alpha val="36077"/>
            </a:srgbClr>
          </a:solidFill>
        </p:spPr>
        <p:txBody>
          <a:bodyPr bIns="0" lIns="0" rIns="0" rtlCol="0" tIns="0" wrap="square"/>
          <a:p/>
        </p:txBody>
      </p:sp>
      <p:sp>
        <p:nvSpPr>
          <p:cNvPr id="1048579" name="bg object 19"/>
          <p:cNvSpPr/>
          <p:nvPr/>
        </p:nvSpPr>
        <p:spPr>
          <a:xfrm>
            <a:off x="9602878" y="0"/>
            <a:ext cx="2589530" cy="6858000"/>
          </a:xfrm>
          <a:custGeom>
            <a:avLst/>
            <a:ahLst/>
            <a:rect l="l" t="t" r="r" b="b"/>
            <a:pathLst>
              <a:path w="2589529" h="6858000">
                <a:moveTo>
                  <a:pt x="2589120" y="0"/>
                </a:moveTo>
                <a:lnTo>
                  <a:pt x="0" y="0"/>
                </a:lnTo>
                <a:lnTo>
                  <a:pt x="1208884" y="6857996"/>
                </a:lnTo>
                <a:lnTo>
                  <a:pt x="2589120" y="6857996"/>
                </a:lnTo>
                <a:lnTo>
                  <a:pt x="2589120" y="0"/>
                </a:lnTo>
                <a:close/>
              </a:path>
            </a:pathLst>
          </a:custGeom>
          <a:solidFill>
            <a:srgbClr val="5FCAEE">
              <a:alpha val="19999"/>
            </a:srgbClr>
          </a:solidFill>
        </p:spPr>
        <p:txBody>
          <a:bodyPr bIns="0" lIns="0" rIns="0" rtlCol="0" tIns="0" wrap="square"/>
          <a:p/>
        </p:txBody>
      </p:sp>
      <p:sp>
        <p:nvSpPr>
          <p:cNvPr id="1048580" name="bg object 20"/>
          <p:cNvSpPr/>
          <p:nvPr/>
        </p:nvSpPr>
        <p:spPr>
          <a:xfrm>
            <a:off x="8934450" y="3048000"/>
            <a:ext cx="3257550" cy="3810000"/>
          </a:xfrm>
          <a:custGeom>
            <a:avLst/>
            <a:ahLst/>
            <a:rect l="l" t="t" r="r" b="b"/>
            <a:pathLst>
              <a:path w="3257550" h="3810000">
                <a:moveTo>
                  <a:pt x="3257550" y="0"/>
                </a:moveTo>
                <a:lnTo>
                  <a:pt x="0" y="3810000"/>
                </a:lnTo>
                <a:lnTo>
                  <a:pt x="3257550" y="3810000"/>
                </a:lnTo>
                <a:lnTo>
                  <a:pt x="3257550" y="0"/>
                </a:lnTo>
                <a:close/>
              </a:path>
            </a:pathLst>
          </a:custGeom>
          <a:solidFill>
            <a:srgbClr val="17AFE3">
              <a:alpha val="65881"/>
            </a:srgbClr>
          </a:solidFill>
        </p:spPr>
        <p:txBody>
          <a:bodyPr bIns="0" lIns="0" rIns="0" rtlCol="0" tIns="0" wrap="square"/>
          <a:p/>
        </p:txBody>
      </p:sp>
      <p:sp>
        <p:nvSpPr>
          <p:cNvPr id="1048581" name="bg object 21"/>
          <p:cNvSpPr/>
          <p:nvPr/>
        </p:nvSpPr>
        <p:spPr>
          <a:xfrm>
            <a:off x="9337930" y="0"/>
            <a:ext cx="2854325" cy="6858000"/>
          </a:xfrm>
          <a:custGeom>
            <a:avLst/>
            <a:ahLst/>
            <a:rect l="l" t="t" r="r" b="b"/>
            <a:pathLst>
              <a:path w="2854325" h="6858000">
                <a:moveTo>
                  <a:pt x="2854069" y="0"/>
                </a:moveTo>
                <a:lnTo>
                  <a:pt x="0" y="0"/>
                </a:lnTo>
                <a:lnTo>
                  <a:pt x="2470020" y="6857996"/>
                </a:lnTo>
                <a:lnTo>
                  <a:pt x="2854069" y="6857996"/>
                </a:lnTo>
                <a:lnTo>
                  <a:pt x="2854069" y="0"/>
                </a:lnTo>
                <a:close/>
              </a:path>
            </a:pathLst>
          </a:custGeom>
          <a:solidFill>
            <a:srgbClr val="17AFE3">
              <a:alpha val="50195"/>
            </a:srgbClr>
          </a:solidFill>
        </p:spPr>
        <p:txBody>
          <a:bodyPr bIns="0" lIns="0" rIns="0" rtlCol="0" tIns="0" wrap="square"/>
          <a:p/>
        </p:txBody>
      </p:sp>
      <p:sp>
        <p:nvSpPr>
          <p:cNvPr id="1048582" name="bg object 22"/>
          <p:cNvSpPr/>
          <p:nvPr/>
        </p:nvSpPr>
        <p:spPr>
          <a:xfrm>
            <a:off x="10896600" y="0"/>
            <a:ext cx="1295400" cy="6858000"/>
          </a:xfrm>
          <a:custGeom>
            <a:avLst/>
            <a:ahLst/>
            <a:rect l="l" t="t" r="r" b="b"/>
            <a:pathLst>
              <a:path w="1295400" h="6858000">
                <a:moveTo>
                  <a:pt x="1295399" y="0"/>
                </a:moveTo>
                <a:lnTo>
                  <a:pt x="1022453" y="0"/>
                </a:lnTo>
                <a:lnTo>
                  <a:pt x="0" y="6857996"/>
                </a:lnTo>
                <a:lnTo>
                  <a:pt x="1295399" y="6857996"/>
                </a:lnTo>
                <a:lnTo>
                  <a:pt x="1295399" y="0"/>
                </a:lnTo>
                <a:close/>
              </a:path>
            </a:pathLst>
          </a:custGeom>
          <a:solidFill>
            <a:srgbClr val="2D83C3">
              <a:alpha val="70195"/>
            </a:srgbClr>
          </a:solidFill>
        </p:spPr>
        <p:txBody>
          <a:bodyPr bIns="0" lIns="0" rIns="0" rtlCol="0" tIns="0" wrap="square"/>
          <a:p/>
        </p:txBody>
      </p:sp>
      <p:sp>
        <p:nvSpPr>
          <p:cNvPr id="1048583" name="bg object 23"/>
          <p:cNvSpPr/>
          <p:nvPr/>
        </p:nvSpPr>
        <p:spPr>
          <a:xfrm>
            <a:off x="10936247" y="0"/>
            <a:ext cx="1256030" cy="6858000"/>
          </a:xfrm>
          <a:custGeom>
            <a:avLst/>
            <a:ahLst/>
            <a:rect l="l" t="t" r="r" b="b"/>
            <a:pathLst>
              <a:path w="1256029" h="6858000">
                <a:moveTo>
                  <a:pt x="1255752" y="0"/>
                </a:moveTo>
                <a:lnTo>
                  <a:pt x="0" y="0"/>
                </a:lnTo>
                <a:lnTo>
                  <a:pt x="1114527" y="6857996"/>
                </a:lnTo>
                <a:lnTo>
                  <a:pt x="1255752" y="6857996"/>
                </a:lnTo>
                <a:lnTo>
                  <a:pt x="1255752" y="0"/>
                </a:lnTo>
                <a:close/>
              </a:path>
            </a:pathLst>
          </a:custGeom>
          <a:solidFill>
            <a:srgbClr val="226192">
              <a:alpha val="79998"/>
            </a:srgbClr>
          </a:solidFill>
        </p:spPr>
        <p:txBody>
          <a:bodyPr bIns="0" lIns="0" rIns="0" rtlCol="0" tIns="0" wrap="square"/>
          <a:p/>
        </p:txBody>
      </p:sp>
      <p:sp>
        <p:nvSpPr>
          <p:cNvPr id="1048584" name="bg object 24"/>
          <p:cNvSpPr/>
          <p:nvPr/>
        </p:nvSpPr>
        <p:spPr>
          <a:xfrm>
            <a:off x="10372725" y="3590925"/>
            <a:ext cx="1819275" cy="3267075"/>
          </a:xfrm>
          <a:custGeom>
            <a:avLst/>
            <a:ahLst/>
            <a:rect l="l" t="t" r="r" b="b"/>
            <a:pathLst>
              <a:path w="1819275" h="3267075">
                <a:moveTo>
                  <a:pt x="1819275" y="0"/>
                </a:moveTo>
                <a:lnTo>
                  <a:pt x="0" y="3267075"/>
                </a:lnTo>
                <a:lnTo>
                  <a:pt x="1819275" y="3267075"/>
                </a:lnTo>
                <a:lnTo>
                  <a:pt x="1819275" y="0"/>
                </a:lnTo>
                <a:close/>
              </a:path>
            </a:pathLst>
          </a:custGeom>
          <a:solidFill>
            <a:srgbClr val="17AFE3">
              <a:alpha val="65881"/>
            </a:srgbClr>
          </a:solidFill>
        </p:spPr>
        <p:txBody>
          <a:bodyPr bIns="0" lIns="0" rIns="0" rtlCol="0" tIns="0" wrap="square"/>
          <a:p/>
        </p:txBody>
      </p:sp>
      <p:sp>
        <p:nvSpPr>
          <p:cNvPr id="1048585" name="bg object 25"/>
          <p:cNvSpPr/>
          <p:nvPr/>
        </p:nvSpPr>
        <p:spPr>
          <a:xfrm>
            <a:off x="0" y="4010025"/>
            <a:ext cx="447675" cy="2847975"/>
          </a:xfrm>
          <a:custGeom>
            <a:avLst/>
            <a:ahLst/>
            <a:rect l="l" t="t" r="r" b="b"/>
            <a:pathLst>
              <a:path w="447675" h="2847975">
                <a:moveTo>
                  <a:pt x="0" y="0"/>
                </a:moveTo>
                <a:lnTo>
                  <a:pt x="0" y="2847975"/>
                </a:lnTo>
                <a:lnTo>
                  <a:pt x="447675" y="2847975"/>
                </a:lnTo>
                <a:lnTo>
                  <a:pt x="0" y="0"/>
                </a:lnTo>
                <a:close/>
              </a:path>
            </a:pathLst>
          </a:custGeom>
          <a:solidFill>
            <a:srgbClr val="5FCAEE">
              <a:alpha val="70195"/>
            </a:srgbClr>
          </a:solidFill>
        </p:spPr>
        <p:txBody>
          <a:bodyPr bIns="0" lIns="0" rIns="0" rtlCol="0" tIns="0" wrap="square"/>
          <a:p/>
        </p:txBody>
      </p:sp>
      <p:sp>
        <p:nvSpPr>
          <p:cNvPr id="1048586" name="Holder 2"/>
          <p:cNvSpPr>
            <a:spLocks noGrp="1"/>
          </p:cNvSpPr>
          <p:nvPr>
            <p:ph type="title"/>
          </p:nvPr>
        </p:nvSpPr>
        <p:spPr>
          <a:xfrm>
            <a:off x="755332" y="385444"/>
            <a:ext cx="10681335" cy="758190"/>
          </a:xfrm>
          <a:prstGeom prst="rect"/>
        </p:spPr>
        <p:txBody>
          <a:bodyPr bIns="0" lIns="0" rIns="0" tIns="0" wrap="square">
            <a:spAutoFit/>
          </a:bodyPr>
          <a:lstStyle>
            <a:lvl1pPr>
              <a:defRPr b="1" sz="4800" i="0">
                <a:solidFill>
                  <a:schemeClr val="tx1"/>
                </a:solidFill>
                <a:latin typeface="Trebuchet MS"/>
                <a:cs typeface="Trebuchet MS"/>
              </a:defRPr>
            </a:lvl1pPr>
          </a:lstStyle>
          <a:p/>
        </p:txBody>
      </p:sp>
      <p:sp>
        <p:nvSpPr>
          <p:cNvPr id="1048587" name="Holder 3"/>
          <p:cNvSpPr>
            <a:spLocks noGrp="1"/>
          </p:cNvSpPr>
          <p:nvPr>
            <p:ph type="body" idx="1"/>
          </p:nvPr>
        </p:nvSpPr>
        <p:spPr>
          <a:xfrm>
            <a:off x="609600" y="1577340"/>
            <a:ext cx="10972800" cy="4526280"/>
          </a:xfrm>
          <a:prstGeom prst="rect"/>
        </p:spPr>
        <p:txBody>
          <a:bodyPr bIns="0" lIns="0" rIns="0" tIns="0" wrap="square">
            <a:spAutoFit/>
          </a:bodyPr>
          <a:p/>
        </p:txBody>
      </p:sp>
      <p:sp>
        <p:nvSpPr>
          <p:cNvPr id="1048588" name="Holder 4"/>
          <p:cNvSpPr>
            <a:spLocks noGrp="1"/>
          </p:cNvSpPr>
          <p:nvPr>
            <p:ph type="ftr" sz="quarter" idx="5"/>
          </p:nvPr>
        </p:nvSpPr>
        <p:spPr>
          <a:xfrm>
            <a:off x="4145280" y="6377940"/>
            <a:ext cx="3901440" cy="342900"/>
          </a:xfrm>
          <a:prstGeom prst="rect"/>
        </p:spPr>
        <p:txBody>
          <a:bodyPr bIns="0" lIns="0" rIns="0" tIns="0" wrap="square">
            <a:spAutoFit/>
          </a:bodyPr>
          <a:lstStyle>
            <a:lvl1pPr algn="ctr">
              <a:defRPr>
                <a:solidFill>
                  <a:schemeClr val="tx1">
                    <a:tint val="75000"/>
                  </a:schemeClr>
                </a:solidFill>
              </a:defRPr>
            </a:lvl1pPr>
          </a:lstStyle>
          <a:p/>
        </p:txBody>
      </p:sp>
      <p:sp>
        <p:nvSpPr>
          <p:cNvPr id="1048589" name="Holder 5"/>
          <p:cNvSpPr>
            <a:spLocks noGrp="1"/>
          </p:cNvSpPr>
          <p:nvPr>
            <p:ph type="dt" sz="half" idx="6"/>
          </p:nvPr>
        </p:nvSpPr>
        <p:spPr>
          <a:xfrm>
            <a:off x="609600" y="6377940"/>
            <a:ext cx="2804160" cy="342900"/>
          </a:xfrm>
          <a:prstGeom prst="rect"/>
        </p:spPr>
        <p:txBody>
          <a:bodyPr bIns="0" lIns="0" rIns="0" tIns="0" wrap="square">
            <a:spAutoFit/>
          </a:bodyPr>
          <a:lstStyle>
            <a:lvl1pPr algn="l">
              <a:defRPr>
                <a:solidFill>
                  <a:schemeClr val="tx1">
                    <a:tint val="75000"/>
                  </a:schemeClr>
                </a:solidFill>
              </a:defRPr>
            </a:lvl1pPr>
          </a:lstStyle>
          <a:p>
            <a:fld id="{1D8BD707-D9CF-40AE-B4C6-C98DA3205C09}" type="datetimeFigureOut">
              <a:rPr lang="en-US"/>
              <a:t>9/12/2024</a:t>
            </a:fld>
            <a:endParaRPr lang="en-US"/>
          </a:p>
        </p:txBody>
      </p:sp>
      <p:sp>
        <p:nvSpPr>
          <p:cNvPr id="1048590" name="Holder 6"/>
          <p:cNvSpPr>
            <a:spLocks noGrp="1"/>
          </p:cNvSpPr>
          <p:nvPr>
            <p:ph type="sldNum" sz="quarter" idx="7"/>
          </p:nvPr>
        </p:nvSpPr>
        <p:spPr>
          <a:xfrm>
            <a:off x="11353418" y="6473337"/>
            <a:ext cx="151129" cy="191770"/>
          </a:xfrm>
          <a:prstGeom prst="rect"/>
        </p:spPr>
        <p:txBody>
          <a:bodyPr bIns="0" lIns="0" rIns="0" tIns="0" wrap="square">
            <a:spAutoFit/>
          </a:bodyPr>
          <a:lstStyle>
            <a:lvl1pPr>
              <a:defRPr b="0" sz="1100" i="0">
                <a:solidFill>
                  <a:srgbClr val="2D936B"/>
                </a:solidFill>
                <a:latin typeface="Trebuchet MS"/>
                <a:cs typeface="Trebuchet MS"/>
              </a:defRPr>
            </a:lvl1pPr>
          </a:lstStyle>
          <a:p>
            <a:pPr marL="38100">
              <a:lnSpc>
                <a:spcPct val="100000"/>
              </a:lnSpc>
              <a:spcBef>
                <a:spcPts val="55"/>
              </a:spcBef>
            </a:pPr>
            <a:fld id="{81D60167-4931-47E6-BA6A-407CBD079E47}" type="slidenum">
              <a:rPr dirty="0" spc="10"/>
              <a:pPr marL="38100">
                <a:lnSpc>
                  <a:spcPct val="100000"/>
                </a:lnSpc>
                <a:spcBef>
                  <a:spcPts val="55"/>
                </a:spcBef>
              </a:pPr>
              <a:t>‹#›</a:t>
            </a:fld>
            <a:endParaRPr dirty="0" spc="10"/>
          </a:p>
        </p:txBody>
      </p:sp>
    </p:spTree>
  </p:cSld>
  <p:clrMap accent1="accent1" accent2="accent2" accent3="accent3" accent4="accent4" accent5="accent5" accent6="accent6" bg1="lt1" bg2="lt2" tx1="dk1" tx2="dk2" hlink="hlink" folHlink="folHlink"/>
  <p:sldLayoutIdLst>
    <p:sldLayoutId id="2147483649" r:id="rId1"/>
    <p:sldLayoutId id="2147483650" r:id="rId2"/>
    <p:sldLayoutId id="2147483651" r:id="rId3"/>
    <p:sldLayoutId id="2147483652" r:id="rId4"/>
    <p:sldLayoutId id="2147483653"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1.png"/><Relationship Id="rId2" Type="http://schemas.openxmlformats.org/officeDocument/2006/relationships/image" Target="../media/image2.png"/><Relationship Id="rId3"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1" Type="http://schemas.openxmlformats.org/officeDocument/2006/relationships/image" Target="../media/image3.png"/><Relationship Id="rId2" Type="http://schemas.openxmlformats.org/officeDocument/2006/relationships/image" Target="../media/image2.png"/><Relationship Id="rId3" Type="http://schemas.openxmlformats.org/officeDocument/2006/relationships/image" Target="../media/image4.jpeg"/><Relationship Id="rId4"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1" Type="http://schemas.openxmlformats.org/officeDocument/2006/relationships/image" Target="../media/image5.png"/><Relationship Id="rId2" Type="http://schemas.openxmlformats.org/officeDocument/2006/relationships/image" Target="../media/image1.png"/><Relationship Id="rId3"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1" Type="http://schemas.openxmlformats.org/officeDocument/2006/relationships/image" Target="../media/image6.png"/><Relationship Id="rId2" Type="http://schemas.openxmlformats.org/officeDocument/2006/relationships/image" Target="../media/image1.png"/><Relationship Id="rId3"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1" Type="http://schemas.openxmlformats.org/officeDocument/2006/relationships/image" Target="../media/image7.png"/><Relationship Id="rId2"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1" Type="http://schemas.openxmlformats.org/officeDocument/2006/relationships/image" Target="../media/image8.jpeg"/><Relationship Id="rId2" Type="http://schemas.openxmlformats.org/officeDocument/2006/relationships/image" Target="../media/image1.png"/><Relationship Id="rId3"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1" Type="http://schemas.openxmlformats.org/officeDocument/2006/relationships/image" Target="../media/image9.jpeg"/><Relationship Id="rId2"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1" Type="http://schemas.openxmlformats.org/officeDocument/2006/relationships/image" Target="../media/image10.png"/><Relationship Id="rId2"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chart" Target="../charts/chart1.xml"/><Relationship Id="rId2" Type="http://schemas.openxmlformats.org/officeDocument/2006/relationships/image" Target="../media/image10.png"/><Relationship Id="rId3"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9" name=""/>
        <p:cNvGrpSpPr/>
        <p:nvPr/>
      </p:nvGrpSpPr>
      <p:grpSpPr>
        <a:xfrm>
          <a:off x="0" y="0"/>
          <a:ext cx="0" cy="0"/>
          <a:chOff x="0" y="0"/>
          <a:chExt cx="0" cy="0"/>
        </a:xfrm>
      </p:grpSpPr>
      <p:grpSp>
        <p:nvGrpSpPr>
          <p:cNvPr id="20" name="object 2"/>
          <p:cNvGrpSpPr/>
          <p:nvPr/>
        </p:nvGrpSpPr>
        <p:grpSpPr>
          <a:xfrm>
            <a:off x="876299" y="990600"/>
            <a:ext cx="1743075" cy="1333500"/>
            <a:chOff x="742950" y="1104900"/>
            <a:chExt cx="1743075" cy="1333500"/>
          </a:xfrm>
        </p:grpSpPr>
        <p:sp>
          <p:nvSpPr>
            <p:cNvPr id="1048596" name="object 3"/>
            <p:cNvSpPr/>
            <p:nvPr/>
          </p:nvSpPr>
          <p:spPr>
            <a:xfrm>
              <a:off x="742950" y="1381125"/>
              <a:ext cx="1228725" cy="1057275"/>
            </a:xfrm>
            <a:custGeom>
              <a:avLst/>
              <a:ahLst/>
              <a:rect l="l" t="t" r="r" b="b"/>
              <a:pathLst>
                <a:path w="1228725" h="1057275">
                  <a:moveTo>
                    <a:pt x="964438" y="0"/>
                  </a:moveTo>
                  <a:lnTo>
                    <a:pt x="264312" y="0"/>
                  </a:lnTo>
                  <a:lnTo>
                    <a:pt x="0" y="528701"/>
                  </a:lnTo>
                  <a:lnTo>
                    <a:pt x="264312" y="1057275"/>
                  </a:lnTo>
                  <a:lnTo>
                    <a:pt x="964438" y="1057275"/>
                  </a:lnTo>
                  <a:lnTo>
                    <a:pt x="1228725" y="528701"/>
                  </a:lnTo>
                  <a:lnTo>
                    <a:pt x="964438" y="0"/>
                  </a:lnTo>
                  <a:close/>
                </a:path>
              </a:pathLst>
            </a:custGeom>
            <a:solidFill>
              <a:srgbClr val="5FCAEE"/>
            </a:solidFill>
          </p:spPr>
          <p:txBody>
            <a:bodyPr bIns="0" lIns="0" rIns="0" rtlCol="0" tIns="0" wrap="square"/>
            <a:p/>
          </p:txBody>
        </p:sp>
        <p:sp>
          <p:nvSpPr>
            <p:cNvPr id="1048597" name="object 4"/>
            <p:cNvSpPr/>
            <p:nvPr/>
          </p:nvSpPr>
          <p:spPr>
            <a:xfrm>
              <a:off x="1838325" y="1104900"/>
              <a:ext cx="647700" cy="561975"/>
            </a:xfrm>
            <a:custGeom>
              <a:avLst/>
              <a:ahLst/>
              <a:rect l="l" t="t" r="r" b="b"/>
              <a:pathLst>
                <a:path w="647700" h="561975">
                  <a:moveTo>
                    <a:pt x="507238" y="0"/>
                  </a:moveTo>
                  <a:lnTo>
                    <a:pt x="140462" y="0"/>
                  </a:lnTo>
                  <a:lnTo>
                    <a:pt x="0" y="280924"/>
                  </a:lnTo>
                  <a:lnTo>
                    <a:pt x="140462" y="561975"/>
                  </a:lnTo>
                  <a:lnTo>
                    <a:pt x="507238" y="561975"/>
                  </a:lnTo>
                  <a:lnTo>
                    <a:pt x="647700" y="280924"/>
                  </a:lnTo>
                  <a:lnTo>
                    <a:pt x="507238" y="0"/>
                  </a:lnTo>
                  <a:close/>
                </a:path>
              </a:pathLst>
            </a:custGeom>
            <a:solidFill>
              <a:srgbClr val="2D936B"/>
            </a:solidFill>
          </p:spPr>
          <p:txBody>
            <a:bodyPr bIns="0" lIns="0" rIns="0" rtlCol="0" tIns="0" wrap="square"/>
            <a:p/>
          </p:txBody>
        </p:sp>
      </p:grpSp>
      <p:sp>
        <p:nvSpPr>
          <p:cNvPr id="1048598" name="object 5"/>
          <p:cNvSpPr/>
          <p:nvPr/>
        </p:nvSpPr>
        <p:spPr>
          <a:xfrm>
            <a:off x="3752850" y="1190625"/>
            <a:ext cx="1666875" cy="1438275"/>
          </a:xfrm>
          <a:custGeom>
            <a:avLst/>
            <a:ahLst/>
            <a:rect l="l" t="t" r="r" b="b"/>
            <a:pathLst>
              <a:path w="1666875" h="1438275">
                <a:moveTo>
                  <a:pt x="1307338" y="0"/>
                </a:moveTo>
                <a:lnTo>
                  <a:pt x="359537" y="0"/>
                </a:lnTo>
                <a:lnTo>
                  <a:pt x="0" y="719074"/>
                </a:lnTo>
                <a:lnTo>
                  <a:pt x="359537" y="1438275"/>
                </a:lnTo>
                <a:lnTo>
                  <a:pt x="1307338" y="1438275"/>
                </a:lnTo>
                <a:lnTo>
                  <a:pt x="1666875" y="719074"/>
                </a:lnTo>
                <a:lnTo>
                  <a:pt x="1307338" y="0"/>
                </a:lnTo>
                <a:close/>
              </a:path>
            </a:pathLst>
          </a:custGeom>
          <a:solidFill>
            <a:srgbClr val="42D0A1"/>
          </a:solidFill>
        </p:spPr>
        <p:txBody>
          <a:bodyPr bIns="0" lIns="0" rIns="0" rtlCol="0" tIns="0" wrap="square"/>
          <a:p/>
        </p:txBody>
      </p:sp>
      <p:sp>
        <p:nvSpPr>
          <p:cNvPr id="1048599" name="object 6"/>
          <p:cNvSpPr/>
          <p:nvPr/>
        </p:nvSpPr>
        <p:spPr>
          <a:xfrm>
            <a:off x="3800475" y="5229225"/>
            <a:ext cx="723900" cy="619125"/>
          </a:xfrm>
          <a:custGeom>
            <a:avLst/>
            <a:ahLst/>
            <a:rect l="l" t="t" r="r" b="b"/>
            <a:pathLst>
              <a:path w="723900" h="619125">
                <a:moveTo>
                  <a:pt x="569087" y="0"/>
                </a:moveTo>
                <a:lnTo>
                  <a:pt x="154812" y="0"/>
                </a:lnTo>
                <a:lnTo>
                  <a:pt x="0" y="309625"/>
                </a:lnTo>
                <a:lnTo>
                  <a:pt x="154812" y="619125"/>
                </a:lnTo>
                <a:lnTo>
                  <a:pt x="569087" y="619125"/>
                </a:lnTo>
                <a:lnTo>
                  <a:pt x="723900" y="309625"/>
                </a:lnTo>
                <a:lnTo>
                  <a:pt x="569087" y="0"/>
                </a:lnTo>
                <a:close/>
              </a:path>
            </a:pathLst>
          </a:custGeom>
          <a:solidFill>
            <a:srgbClr val="42AF51"/>
          </a:solidFill>
        </p:spPr>
        <p:txBody>
          <a:bodyPr bIns="0" lIns="0" rIns="0" rtlCol="0" tIns="0" wrap="square"/>
          <a:p/>
        </p:txBody>
      </p:sp>
      <p:sp>
        <p:nvSpPr>
          <p:cNvPr id="1048600" name="object 7"/>
          <p:cNvSpPr txBox="1">
            <a:spLocks noGrp="1"/>
          </p:cNvSpPr>
          <p:nvPr>
            <p:ph type="ctrTitle"/>
          </p:nvPr>
        </p:nvSpPr>
        <p:spPr>
          <a:xfrm>
            <a:off x="-971551" y="19665"/>
            <a:ext cx="10853765" cy="1001556"/>
          </a:xfrm>
          <a:prstGeom prst="rect"/>
        </p:spPr>
        <p:txBody>
          <a:bodyPr bIns="0" lIns="0" rIns="0" rtlCol="0" tIns="16510" vert="horz" wrap="square">
            <a:spAutoFit/>
          </a:bodyPr>
          <a:p>
            <a:pPr marL="3213735">
              <a:spcBef>
                <a:spcPts val="130"/>
              </a:spcBef>
            </a:pPr>
            <a:r>
              <a:rPr b="1" dirty="0" lang="en-US" smtClean="0">
                <a:solidFill>
                  <a:srgbClr val="0F0F0F"/>
                </a:solidFill>
                <a:latin typeface="Times New Roman" panose="02020603050405020304" pitchFamily="18" charset="0"/>
                <a:cs typeface="Times New Roman" panose="02020603050405020304" pitchFamily="18" charset="0"/>
              </a:rPr>
              <a:t>Employee Gender Analysis </a:t>
            </a:r>
            <a:r>
              <a:rPr b="1" dirty="0" lang="en-US">
                <a:solidFill>
                  <a:srgbClr val="0F0F0F"/>
                </a:solidFill>
                <a:latin typeface="Times New Roman" panose="02020603050405020304" pitchFamily="18" charset="0"/>
                <a:cs typeface="Times New Roman" panose="02020603050405020304" pitchFamily="18" charset="0"/>
              </a:rPr>
              <a:t>using Excel</a:t>
            </a:r>
            <a:r>
              <a:rPr b="1" dirty="0" i="0" lang="en-US">
                <a:solidFill>
                  <a:srgbClr val="0F0F0F"/>
                </a:solidFill>
                <a:effectLst/>
                <a:latin typeface="Times New Roman" panose="02020603050405020304" pitchFamily="18" charset="0"/>
                <a:cs typeface="Times New Roman" panose="02020603050405020304" pitchFamily="18" charset="0"/>
              </a:rPr>
              <a:t> </a:t>
            </a:r>
            <a:r>
              <a:rPr b="1" dirty="0" i="0" lang="en-US">
                <a:solidFill>
                  <a:srgbClr val="0F0F0F"/>
                </a:solidFill>
                <a:effectLst/>
                <a:latin typeface="Roboto" panose="020F0502020204030204" pitchFamily="2" charset="0"/>
              </a:rPr>
              <a:t/>
            </a:r>
            <a:br>
              <a:rPr b="1" dirty="0" i="0" lang="en-US">
                <a:solidFill>
                  <a:srgbClr val="0F0F0F"/>
                </a:solidFill>
                <a:effectLst/>
                <a:latin typeface="Roboto" panose="020F0502020204030204" pitchFamily="2" charset="0"/>
              </a:rPr>
            </a:br>
            <a:endParaRPr dirty="0" spc="15"/>
          </a:p>
        </p:txBody>
      </p:sp>
      <p:pic>
        <p:nvPicPr>
          <p:cNvPr id="2097152" name="object 9"/>
          <p:cNvPicPr>
            <a:picLocks/>
          </p:cNvPicPr>
          <p:nvPr/>
        </p:nvPicPr>
        <p:blipFill>
          <a:blip xmlns:r="http://schemas.openxmlformats.org/officeDocument/2006/relationships" r:embed="rId1" cstate="print"/>
          <a:stretch>
            <a:fillRect/>
          </a:stretch>
        </p:blipFill>
        <p:spPr>
          <a:xfrm>
            <a:off x="676275" y="6467475"/>
            <a:ext cx="2143125" cy="200025"/>
          </a:xfrm>
          <a:prstGeom prst="rect"/>
        </p:spPr>
      </p:pic>
      <p:sp>
        <p:nvSpPr>
          <p:cNvPr id="1048601" name="object 11"/>
          <p:cNvSpPr txBox="1">
            <a:spLocks noGrp="1"/>
          </p:cNvSpPr>
          <p:nvPr>
            <p:ph type="sldNum" sz="quarter" idx="7"/>
          </p:nvPr>
        </p:nvSpPr>
        <p:spPr>
          <a:prstGeom prst="rect"/>
        </p:spPr>
        <p:txBody>
          <a:bodyPr bIns="0" lIns="0" rIns="0" rtlCol="0" tIns="6985" vert="horz" wrap="square">
            <a:spAutoFit/>
          </a:bodyPr>
          <a:p>
            <a:pPr marL="38100">
              <a:lnSpc>
                <a:spcPct val="100000"/>
              </a:lnSpc>
              <a:spcBef>
                <a:spcPts val="55"/>
              </a:spcBef>
            </a:pPr>
            <a:fld id="{81D60167-4931-47E6-BA6A-407CBD079E47}" type="slidenum">
              <a:rPr dirty="0" spc="10"/>
              <a:pPr marL="38100">
                <a:lnSpc>
                  <a:spcPct val="100000"/>
                </a:lnSpc>
                <a:spcBef>
                  <a:spcPts val="55"/>
                </a:spcBef>
              </a:pPr>
              <a:t>1</a:t>
            </a:fld>
            <a:endParaRPr dirty="0" spc="10"/>
          </a:p>
        </p:txBody>
      </p:sp>
      <p:sp>
        <p:nvSpPr>
          <p:cNvPr id="1048602" name="TextBox 13"/>
          <p:cNvSpPr txBox="1"/>
          <p:nvPr/>
        </p:nvSpPr>
        <p:spPr>
          <a:xfrm>
            <a:off x="2554542" y="3314150"/>
            <a:ext cx="8610600" cy="1869439"/>
          </a:xfrm>
          <a:prstGeom prst="rect"/>
          <a:noFill/>
        </p:spPr>
        <p:txBody>
          <a:bodyPr rtlCol="0" wrap="square">
            <a:spAutoFit/>
          </a:bodyPr>
          <a:p>
            <a:r>
              <a:rPr b="1" dirty="0" sz="2400" lang="en-US"/>
              <a:t>STUDENT NAME: </a:t>
            </a:r>
            <a:r>
              <a:rPr b="1" dirty="0" sz="2400" lang="en-US"/>
              <a:t>S</a:t>
            </a:r>
            <a:r>
              <a:rPr b="1" dirty="0" sz="2400" lang="en-US"/>
              <a:t>A</a:t>
            </a:r>
            <a:r>
              <a:rPr b="1" dirty="0" sz="2400" lang="en-US"/>
              <a:t>N</a:t>
            </a:r>
            <a:r>
              <a:rPr b="1" dirty="0" sz="2400" lang="en-US"/>
              <a:t>JAY </a:t>
            </a:r>
            <a:r>
              <a:rPr b="1" dirty="0" sz="2400" lang="en-US"/>
              <a:t>A </a:t>
            </a:r>
            <a:endParaRPr dirty="0" sz="2000" lang="en-US"/>
          </a:p>
          <a:p>
            <a:r>
              <a:rPr b="1" dirty="0" sz="2400" lang="en-US"/>
              <a:t>REGISTER NO: 3122</a:t>
            </a:r>
            <a:r>
              <a:rPr b="1" dirty="0" sz="2400" lang="en-US"/>
              <a:t>9</a:t>
            </a:r>
            <a:r>
              <a:rPr b="1" dirty="0" sz="2400" lang="en-US"/>
              <a:t>0</a:t>
            </a:r>
            <a:r>
              <a:rPr b="1" dirty="0" sz="2400" lang="en-US"/>
              <a:t>0</a:t>
            </a:r>
            <a:r>
              <a:rPr b="1" dirty="0" sz="2400" lang="en-US"/>
              <a:t>1</a:t>
            </a:r>
            <a:r>
              <a:rPr b="1" dirty="0" sz="2400" lang="en-US"/>
              <a:t> (asunm1701312219001)</a:t>
            </a:r>
            <a:endParaRPr dirty="0" sz="2000" lang="en-US"/>
          </a:p>
          <a:p>
            <a:r>
              <a:rPr b="1" dirty="0" sz="2400" lang="en-US"/>
              <a:t>DEPARTMENT:  B. Com. (General) – 3rd Year</a:t>
            </a:r>
            <a:endParaRPr dirty="0" sz="2000" lang="en-US"/>
          </a:p>
          <a:p>
            <a:r>
              <a:rPr b="1" dirty="0" sz="2400" lang="en-US"/>
              <a:t>COLLEGE: APOLLO ARTS AND SCIENVE COLLEGE, CHENNAI</a:t>
            </a:r>
            <a:endParaRPr dirty="0" sz="2000" lang="en-US"/>
          </a:p>
          <a:p>
            <a:r>
              <a:rPr b="1" dirty="0" sz="2400" lang="en-US"/>
              <a:t>           </a:t>
            </a:r>
            <a:endParaRPr dirty="0" sz="2000"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26" name=""/>
        <p:cNvGrpSpPr/>
        <p:nvPr/>
      </p:nvGrpSpPr>
      <p:grpSpPr>
        <a:xfrm>
          <a:off x="0" y="0"/>
          <a:ext cx="0" cy="0"/>
          <a:chOff x="0" y="0"/>
          <a:chExt cx="0" cy="0"/>
        </a:xfrm>
      </p:grpSpPr>
      <p:sp>
        <p:nvSpPr>
          <p:cNvPr id="1048610" name="object 2"/>
          <p:cNvSpPr/>
          <p:nvPr/>
        </p:nvSpPr>
        <p:spPr>
          <a:xfrm>
            <a:off x="0" y="0"/>
            <a:ext cx="12192000" cy="6858000"/>
          </a:xfrm>
          <a:custGeom>
            <a:avLst/>
            <a:ahLst/>
            <a:rect l="l" t="t" r="r" b="b"/>
            <a:pathLst>
              <a:path w="12192000" h="6858000">
                <a:moveTo>
                  <a:pt x="12192000" y="0"/>
                </a:moveTo>
                <a:lnTo>
                  <a:pt x="0" y="0"/>
                </a:lnTo>
                <a:lnTo>
                  <a:pt x="0" y="6858000"/>
                </a:lnTo>
                <a:lnTo>
                  <a:pt x="12192000" y="6858000"/>
                </a:lnTo>
                <a:lnTo>
                  <a:pt x="12192000" y="0"/>
                </a:lnTo>
                <a:close/>
              </a:path>
            </a:pathLst>
          </a:custGeom>
          <a:solidFill>
            <a:srgbClr val="F1F1F1"/>
          </a:solidFill>
        </p:spPr>
        <p:txBody>
          <a:bodyPr bIns="0" lIns="0" rIns="0" rtlCol="0" tIns="0" wrap="square"/>
          <a:p>
            <a:endParaRPr dirty="0">
              <a:latin typeface="Times New Roman" panose="02020603050405020304" pitchFamily="18" charset="0"/>
              <a:cs typeface="Times New Roman" panose="02020603050405020304" pitchFamily="18" charset="0"/>
            </a:endParaRPr>
          </a:p>
        </p:txBody>
      </p:sp>
      <p:grpSp>
        <p:nvGrpSpPr>
          <p:cNvPr id="27" name="object 3"/>
          <p:cNvGrpSpPr/>
          <p:nvPr/>
        </p:nvGrpSpPr>
        <p:grpSpPr>
          <a:xfrm>
            <a:off x="7443849" y="0"/>
            <a:ext cx="4752975" cy="6863080"/>
            <a:chOff x="7443849" y="0"/>
            <a:chExt cx="4752975" cy="6863080"/>
          </a:xfrm>
        </p:grpSpPr>
        <p:sp>
          <p:nvSpPr>
            <p:cNvPr id="1048611" name="object 4"/>
            <p:cNvSpPr/>
            <p:nvPr/>
          </p:nvSpPr>
          <p:spPr>
            <a:xfrm>
              <a:off x="9377426" y="4825"/>
              <a:ext cx="1218565" cy="6853555"/>
            </a:xfrm>
            <a:custGeom>
              <a:avLst/>
              <a:ahLst/>
              <a:rect l="l" t="t" r="r" b="b"/>
              <a:pathLst>
                <a:path w="1218565" h="6853555">
                  <a:moveTo>
                    <a:pt x="0" y="0"/>
                  </a:moveTo>
                  <a:lnTo>
                    <a:pt x="1218352" y="6853171"/>
                  </a:lnTo>
                </a:path>
              </a:pathLst>
            </a:custGeom>
            <a:ln w="9525">
              <a:solidFill>
                <a:srgbClr val="5FCAEE"/>
              </a:solidFill>
            </a:ln>
          </p:spPr>
          <p:txBody>
            <a:bodyPr bIns="0" lIns="0" rIns="0" rtlCol="0" tIns="0" wrap="square"/>
            <a:p/>
          </p:txBody>
        </p:sp>
        <p:sp>
          <p:nvSpPr>
            <p:cNvPr id="1048612" name="object 5"/>
            <p:cNvSpPr/>
            <p:nvPr/>
          </p:nvSpPr>
          <p:spPr>
            <a:xfrm>
              <a:off x="7448612" y="3694896"/>
              <a:ext cx="4743450" cy="3163570"/>
            </a:xfrm>
            <a:custGeom>
              <a:avLst/>
              <a:ahLst/>
              <a:rect l="l" t="t" r="r" b="b"/>
              <a:pathLst>
                <a:path w="4743450" h="3163570">
                  <a:moveTo>
                    <a:pt x="4743387" y="0"/>
                  </a:moveTo>
                  <a:lnTo>
                    <a:pt x="0" y="3163101"/>
                  </a:lnTo>
                </a:path>
              </a:pathLst>
            </a:custGeom>
            <a:ln w="9525">
              <a:solidFill>
                <a:srgbClr val="5FCAEE"/>
              </a:solidFill>
            </a:ln>
          </p:spPr>
          <p:txBody>
            <a:bodyPr bIns="0" lIns="0" rIns="0" rtlCol="0" tIns="0" wrap="square"/>
            <a:p/>
          </p:txBody>
        </p:sp>
        <p:sp>
          <p:nvSpPr>
            <p:cNvPr id="1048613" name="object 6"/>
            <p:cNvSpPr/>
            <p:nvPr/>
          </p:nvSpPr>
          <p:spPr>
            <a:xfrm>
              <a:off x="9182100" y="0"/>
              <a:ext cx="3009900" cy="6858000"/>
            </a:xfrm>
            <a:custGeom>
              <a:avLst/>
              <a:ahLst/>
              <a:rect l="l" t="t" r="r" b="b"/>
              <a:pathLst>
                <a:path w="3009900" h="6858000">
                  <a:moveTo>
                    <a:pt x="3009899" y="0"/>
                  </a:moveTo>
                  <a:lnTo>
                    <a:pt x="2044399" y="0"/>
                  </a:lnTo>
                  <a:lnTo>
                    <a:pt x="0" y="6857996"/>
                  </a:lnTo>
                  <a:lnTo>
                    <a:pt x="3009899" y="6857996"/>
                  </a:lnTo>
                  <a:lnTo>
                    <a:pt x="3009899" y="0"/>
                  </a:lnTo>
                  <a:close/>
                </a:path>
              </a:pathLst>
            </a:custGeom>
            <a:solidFill>
              <a:srgbClr val="5FCAEE">
                <a:alpha val="36077"/>
              </a:srgbClr>
            </a:solidFill>
          </p:spPr>
          <p:txBody>
            <a:bodyPr bIns="0" lIns="0" rIns="0" rtlCol="0" tIns="0" wrap="square"/>
            <a:p/>
          </p:txBody>
        </p:sp>
        <p:sp>
          <p:nvSpPr>
            <p:cNvPr id="1048614" name="object 7"/>
            <p:cNvSpPr/>
            <p:nvPr/>
          </p:nvSpPr>
          <p:spPr>
            <a:xfrm>
              <a:off x="9602878" y="0"/>
              <a:ext cx="2589530" cy="6858000"/>
            </a:xfrm>
            <a:custGeom>
              <a:avLst/>
              <a:ahLst/>
              <a:rect l="l" t="t" r="r" b="b"/>
              <a:pathLst>
                <a:path w="2589529" h="6858000">
                  <a:moveTo>
                    <a:pt x="2589120" y="0"/>
                  </a:moveTo>
                  <a:lnTo>
                    <a:pt x="0" y="0"/>
                  </a:lnTo>
                  <a:lnTo>
                    <a:pt x="1208884" y="6857996"/>
                  </a:lnTo>
                  <a:lnTo>
                    <a:pt x="2589120" y="6857996"/>
                  </a:lnTo>
                  <a:lnTo>
                    <a:pt x="2589120" y="0"/>
                  </a:lnTo>
                  <a:close/>
                </a:path>
              </a:pathLst>
            </a:custGeom>
            <a:solidFill>
              <a:srgbClr val="5FCAEE">
                <a:alpha val="19999"/>
              </a:srgbClr>
            </a:solidFill>
          </p:spPr>
          <p:txBody>
            <a:bodyPr bIns="0" lIns="0" rIns="0" rtlCol="0" tIns="0" wrap="square"/>
            <a:p/>
          </p:txBody>
        </p:sp>
        <p:sp>
          <p:nvSpPr>
            <p:cNvPr id="1048615" name="object 8"/>
            <p:cNvSpPr/>
            <p:nvPr/>
          </p:nvSpPr>
          <p:spPr>
            <a:xfrm>
              <a:off x="8934450" y="3048000"/>
              <a:ext cx="3257550" cy="3810000"/>
            </a:xfrm>
            <a:custGeom>
              <a:avLst/>
              <a:ahLst/>
              <a:rect l="l" t="t" r="r" b="b"/>
              <a:pathLst>
                <a:path w="3257550" h="3810000">
                  <a:moveTo>
                    <a:pt x="3257550" y="0"/>
                  </a:moveTo>
                  <a:lnTo>
                    <a:pt x="0" y="3810000"/>
                  </a:lnTo>
                  <a:lnTo>
                    <a:pt x="3257550" y="3810000"/>
                  </a:lnTo>
                  <a:lnTo>
                    <a:pt x="3257550" y="0"/>
                  </a:lnTo>
                  <a:close/>
                </a:path>
              </a:pathLst>
            </a:custGeom>
            <a:solidFill>
              <a:srgbClr val="17AFE3">
                <a:alpha val="65881"/>
              </a:srgbClr>
            </a:solidFill>
          </p:spPr>
          <p:txBody>
            <a:bodyPr bIns="0" lIns="0" rIns="0" rtlCol="0" tIns="0" wrap="square"/>
            <a:p/>
          </p:txBody>
        </p:sp>
        <p:sp>
          <p:nvSpPr>
            <p:cNvPr id="1048616" name="object 9"/>
            <p:cNvSpPr/>
            <p:nvPr/>
          </p:nvSpPr>
          <p:spPr>
            <a:xfrm>
              <a:off x="9337930" y="0"/>
              <a:ext cx="2854325" cy="6858000"/>
            </a:xfrm>
            <a:custGeom>
              <a:avLst/>
              <a:ahLst/>
              <a:rect l="l" t="t" r="r" b="b"/>
              <a:pathLst>
                <a:path w="2854325" h="6858000">
                  <a:moveTo>
                    <a:pt x="2854069" y="0"/>
                  </a:moveTo>
                  <a:lnTo>
                    <a:pt x="0" y="0"/>
                  </a:lnTo>
                  <a:lnTo>
                    <a:pt x="2470020" y="6857996"/>
                  </a:lnTo>
                  <a:lnTo>
                    <a:pt x="2854069" y="6857996"/>
                  </a:lnTo>
                  <a:lnTo>
                    <a:pt x="2854069" y="0"/>
                  </a:lnTo>
                  <a:close/>
                </a:path>
              </a:pathLst>
            </a:custGeom>
            <a:solidFill>
              <a:srgbClr val="17AFE3">
                <a:alpha val="50195"/>
              </a:srgbClr>
            </a:solidFill>
          </p:spPr>
          <p:txBody>
            <a:bodyPr bIns="0" lIns="0" rIns="0" rtlCol="0" tIns="0" wrap="square"/>
            <a:p/>
          </p:txBody>
        </p:sp>
        <p:sp>
          <p:nvSpPr>
            <p:cNvPr id="1048617" name="object 10"/>
            <p:cNvSpPr/>
            <p:nvPr/>
          </p:nvSpPr>
          <p:spPr>
            <a:xfrm>
              <a:off x="10896600" y="0"/>
              <a:ext cx="1295400" cy="6858000"/>
            </a:xfrm>
            <a:custGeom>
              <a:avLst/>
              <a:ahLst/>
              <a:rect l="l" t="t" r="r" b="b"/>
              <a:pathLst>
                <a:path w="1295400" h="6858000">
                  <a:moveTo>
                    <a:pt x="1295399" y="0"/>
                  </a:moveTo>
                  <a:lnTo>
                    <a:pt x="1022453" y="0"/>
                  </a:lnTo>
                  <a:lnTo>
                    <a:pt x="0" y="6857996"/>
                  </a:lnTo>
                  <a:lnTo>
                    <a:pt x="1295399" y="6857996"/>
                  </a:lnTo>
                  <a:lnTo>
                    <a:pt x="1295399" y="0"/>
                  </a:lnTo>
                  <a:close/>
                </a:path>
              </a:pathLst>
            </a:custGeom>
            <a:solidFill>
              <a:srgbClr val="2D83C3">
                <a:alpha val="70195"/>
              </a:srgbClr>
            </a:solidFill>
          </p:spPr>
          <p:txBody>
            <a:bodyPr bIns="0" lIns="0" rIns="0" rtlCol="0" tIns="0" wrap="square"/>
            <a:p/>
          </p:txBody>
        </p:sp>
        <p:sp>
          <p:nvSpPr>
            <p:cNvPr id="1048618" name="object 11"/>
            <p:cNvSpPr/>
            <p:nvPr/>
          </p:nvSpPr>
          <p:spPr>
            <a:xfrm>
              <a:off x="10936247" y="0"/>
              <a:ext cx="1256030" cy="6858000"/>
            </a:xfrm>
            <a:custGeom>
              <a:avLst/>
              <a:ahLst/>
              <a:rect l="l" t="t" r="r" b="b"/>
              <a:pathLst>
                <a:path w="1256029" h="6858000">
                  <a:moveTo>
                    <a:pt x="1255752" y="0"/>
                  </a:moveTo>
                  <a:lnTo>
                    <a:pt x="0" y="0"/>
                  </a:lnTo>
                  <a:lnTo>
                    <a:pt x="1114527" y="6857996"/>
                  </a:lnTo>
                  <a:lnTo>
                    <a:pt x="1255752" y="6857996"/>
                  </a:lnTo>
                  <a:lnTo>
                    <a:pt x="1255752" y="0"/>
                  </a:lnTo>
                  <a:close/>
                </a:path>
              </a:pathLst>
            </a:custGeom>
            <a:solidFill>
              <a:srgbClr val="226192">
                <a:alpha val="79998"/>
              </a:srgbClr>
            </a:solidFill>
          </p:spPr>
          <p:txBody>
            <a:bodyPr bIns="0" lIns="0" rIns="0" rtlCol="0" tIns="0" wrap="square"/>
            <a:p/>
          </p:txBody>
        </p:sp>
        <p:sp>
          <p:nvSpPr>
            <p:cNvPr id="1048619" name="object 12"/>
            <p:cNvSpPr/>
            <p:nvPr/>
          </p:nvSpPr>
          <p:spPr>
            <a:xfrm>
              <a:off x="10372725" y="3590925"/>
              <a:ext cx="1819275" cy="3267075"/>
            </a:xfrm>
            <a:custGeom>
              <a:avLst/>
              <a:ahLst/>
              <a:rect l="l" t="t" r="r" b="b"/>
              <a:pathLst>
                <a:path w="1819275" h="3267075">
                  <a:moveTo>
                    <a:pt x="1819275" y="0"/>
                  </a:moveTo>
                  <a:lnTo>
                    <a:pt x="0" y="3267075"/>
                  </a:lnTo>
                  <a:lnTo>
                    <a:pt x="1819275" y="3267075"/>
                  </a:lnTo>
                  <a:lnTo>
                    <a:pt x="1819275" y="0"/>
                  </a:lnTo>
                  <a:close/>
                </a:path>
              </a:pathLst>
            </a:custGeom>
            <a:solidFill>
              <a:srgbClr val="17AFE3">
                <a:alpha val="65881"/>
              </a:srgbClr>
            </a:solidFill>
          </p:spPr>
          <p:txBody>
            <a:bodyPr bIns="0" lIns="0" rIns="0" rtlCol="0" tIns="0" wrap="square"/>
            <a:p/>
          </p:txBody>
        </p:sp>
      </p:grpSp>
      <p:sp>
        <p:nvSpPr>
          <p:cNvPr id="1048620" name="object 13"/>
          <p:cNvSpPr/>
          <p:nvPr/>
        </p:nvSpPr>
        <p:spPr>
          <a:xfrm>
            <a:off x="0" y="4010025"/>
            <a:ext cx="447675" cy="2847975"/>
          </a:xfrm>
          <a:custGeom>
            <a:avLst/>
            <a:ahLst/>
            <a:rect l="l" t="t" r="r" b="b"/>
            <a:pathLst>
              <a:path w="447675" h="2847975">
                <a:moveTo>
                  <a:pt x="0" y="0"/>
                </a:moveTo>
                <a:lnTo>
                  <a:pt x="0" y="2847975"/>
                </a:lnTo>
                <a:lnTo>
                  <a:pt x="447675" y="2847975"/>
                </a:lnTo>
                <a:lnTo>
                  <a:pt x="0" y="0"/>
                </a:lnTo>
                <a:close/>
              </a:path>
            </a:pathLst>
          </a:custGeom>
          <a:solidFill>
            <a:srgbClr val="5FCAEE">
              <a:alpha val="70195"/>
            </a:srgbClr>
          </a:solidFill>
        </p:spPr>
        <p:txBody>
          <a:bodyPr bIns="0" lIns="0" rIns="0" rtlCol="0" tIns="0" wrap="square"/>
          <a:p/>
        </p:txBody>
      </p:sp>
      <p:sp>
        <p:nvSpPr>
          <p:cNvPr id="1048621" name="object 14"/>
          <p:cNvSpPr/>
          <p:nvPr/>
        </p:nvSpPr>
        <p:spPr>
          <a:xfrm>
            <a:off x="9353550" y="5362575"/>
            <a:ext cx="457200" cy="457200"/>
          </a:xfrm>
          <a:custGeom>
            <a:avLst/>
            <a:ahLst/>
            <a:rect l="l" t="t" r="r" b="b"/>
            <a:pathLst>
              <a:path w="457200" h="457200">
                <a:moveTo>
                  <a:pt x="457200" y="0"/>
                </a:moveTo>
                <a:lnTo>
                  <a:pt x="0" y="0"/>
                </a:lnTo>
                <a:lnTo>
                  <a:pt x="0" y="457200"/>
                </a:lnTo>
                <a:lnTo>
                  <a:pt x="457200" y="457200"/>
                </a:lnTo>
                <a:lnTo>
                  <a:pt x="457200" y="0"/>
                </a:lnTo>
                <a:close/>
              </a:path>
            </a:pathLst>
          </a:custGeom>
          <a:solidFill>
            <a:srgbClr val="42AF51"/>
          </a:solidFill>
        </p:spPr>
        <p:txBody>
          <a:bodyPr bIns="0" lIns="0" rIns="0" rtlCol="0" tIns="0" wrap="square"/>
          <a:p/>
        </p:txBody>
      </p:sp>
      <p:sp>
        <p:nvSpPr>
          <p:cNvPr id="1048622" name="object 15"/>
          <p:cNvSpPr/>
          <p:nvPr/>
        </p:nvSpPr>
        <p:spPr>
          <a:xfrm>
            <a:off x="6696075" y="1695450"/>
            <a:ext cx="314325" cy="323850"/>
          </a:xfrm>
          <a:custGeom>
            <a:avLst/>
            <a:ahLst/>
            <a:rect l="l" t="t" r="r" b="b"/>
            <a:pathLst>
              <a:path w="314325" h="323850">
                <a:moveTo>
                  <a:pt x="314325" y="0"/>
                </a:moveTo>
                <a:lnTo>
                  <a:pt x="0" y="0"/>
                </a:lnTo>
                <a:lnTo>
                  <a:pt x="0" y="323850"/>
                </a:lnTo>
                <a:lnTo>
                  <a:pt x="314325" y="323850"/>
                </a:lnTo>
                <a:lnTo>
                  <a:pt x="314325" y="0"/>
                </a:lnTo>
                <a:close/>
              </a:path>
            </a:pathLst>
          </a:custGeom>
          <a:solidFill>
            <a:srgbClr val="2D83C3"/>
          </a:solidFill>
        </p:spPr>
        <p:txBody>
          <a:bodyPr bIns="0" lIns="0" rIns="0" rtlCol="0" tIns="0" wrap="square"/>
          <a:p/>
        </p:txBody>
      </p:sp>
      <p:sp>
        <p:nvSpPr>
          <p:cNvPr id="1048623" name="object 16"/>
          <p:cNvSpPr/>
          <p:nvPr/>
        </p:nvSpPr>
        <p:spPr>
          <a:xfrm>
            <a:off x="9353550" y="5895975"/>
            <a:ext cx="180975" cy="180975"/>
          </a:xfrm>
          <a:custGeom>
            <a:avLst/>
            <a:ahLst/>
            <a:rect l="l" t="t" r="r" b="b"/>
            <a:pathLst>
              <a:path w="180975" h="180975">
                <a:moveTo>
                  <a:pt x="180975" y="0"/>
                </a:moveTo>
                <a:lnTo>
                  <a:pt x="0" y="0"/>
                </a:lnTo>
                <a:lnTo>
                  <a:pt x="0" y="180975"/>
                </a:lnTo>
                <a:lnTo>
                  <a:pt x="180975" y="180975"/>
                </a:lnTo>
                <a:lnTo>
                  <a:pt x="180975" y="0"/>
                </a:lnTo>
                <a:close/>
              </a:path>
            </a:pathLst>
          </a:custGeom>
          <a:solidFill>
            <a:srgbClr val="2D936B"/>
          </a:solidFill>
        </p:spPr>
        <p:txBody>
          <a:bodyPr bIns="0" lIns="0" rIns="0" rtlCol="0" tIns="0" wrap="square"/>
          <a:p/>
        </p:txBody>
      </p:sp>
      <p:sp>
        <p:nvSpPr>
          <p:cNvPr id="1048624" name="object 17"/>
          <p:cNvSpPr txBox="1">
            <a:spLocks noGrp="1"/>
          </p:cNvSpPr>
          <p:nvPr>
            <p:ph type="title"/>
          </p:nvPr>
        </p:nvSpPr>
        <p:spPr>
          <a:xfrm>
            <a:off x="739775" y="571480"/>
            <a:ext cx="6070605" cy="994410"/>
          </a:xfrm>
          <a:prstGeom prst="rect"/>
        </p:spPr>
        <p:txBody>
          <a:bodyPr bIns="0" lIns="0" rIns="0" rtlCol="0" tIns="16510" vert="horz" wrap="square">
            <a:spAutoFit/>
          </a:bodyPr>
          <a:p>
            <a:pPr marL="12700">
              <a:lnSpc>
                <a:spcPct val="100000"/>
              </a:lnSpc>
              <a:spcBef>
                <a:spcPts val="130"/>
              </a:spcBef>
            </a:pPr>
            <a:r>
              <a:rPr dirty="0" sz="6600" spc="5">
                <a:latin typeface="Algerian" pitchFamily="82" charset="0"/>
              </a:rPr>
              <a:t>PROJECT</a:t>
            </a:r>
            <a:r>
              <a:rPr dirty="0" sz="6600" spc="-85">
                <a:latin typeface="Algerian" pitchFamily="82" charset="0"/>
              </a:rPr>
              <a:t> </a:t>
            </a:r>
            <a:r>
              <a:rPr dirty="0" sz="6600" spc="25">
                <a:latin typeface="Algerian" pitchFamily="82" charset="0"/>
              </a:rPr>
              <a:t>TITLE</a:t>
            </a:r>
            <a:endParaRPr sz="6600">
              <a:latin typeface="Algerian" pitchFamily="82" charset="0"/>
            </a:endParaRPr>
          </a:p>
        </p:txBody>
      </p:sp>
      <p:grpSp>
        <p:nvGrpSpPr>
          <p:cNvPr id="28" name="object 18"/>
          <p:cNvGrpSpPr/>
          <p:nvPr/>
        </p:nvGrpSpPr>
        <p:grpSpPr>
          <a:xfrm>
            <a:off x="466725" y="6410325"/>
            <a:ext cx="3705225" cy="295275"/>
            <a:chOff x="466725" y="6410325"/>
            <a:chExt cx="3705225" cy="295275"/>
          </a:xfrm>
        </p:grpSpPr>
        <p:pic>
          <p:nvPicPr>
            <p:cNvPr id="2097153" name="object 19"/>
            <p:cNvPicPr>
              <a:picLocks/>
            </p:cNvPicPr>
            <p:nvPr/>
          </p:nvPicPr>
          <p:blipFill>
            <a:blip xmlns:r="http://schemas.openxmlformats.org/officeDocument/2006/relationships" r:embed="rId1" cstate="print"/>
            <a:stretch>
              <a:fillRect/>
            </a:stretch>
          </p:blipFill>
          <p:spPr>
            <a:xfrm>
              <a:off x="676275" y="6467475"/>
              <a:ext cx="2143125" cy="200025"/>
            </a:xfrm>
            <a:prstGeom prst="rect"/>
          </p:spPr>
        </p:pic>
        <p:pic>
          <p:nvPicPr>
            <p:cNvPr id="2097154" name="object 20"/>
            <p:cNvPicPr>
              <a:picLocks/>
            </p:cNvPicPr>
            <p:nvPr/>
          </p:nvPicPr>
          <p:blipFill>
            <a:blip xmlns:r="http://schemas.openxmlformats.org/officeDocument/2006/relationships" r:embed="rId2" cstate="print"/>
            <a:stretch>
              <a:fillRect/>
            </a:stretch>
          </p:blipFill>
          <p:spPr>
            <a:xfrm>
              <a:off x="466725" y="6410325"/>
              <a:ext cx="3705225" cy="295275"/>
            </a:xfrm>
            <a:prstGeom prst="rect"/>
          </p:spPr>
        </p:pic>
      </p:grpSp>
      <p:sp>
        <p:nvSpPr>
          <p:cNvPr id="1048625" name="object 22"/>
          <p:cNvSpPr txBox="1">
            <a:spLocks noGrp="1"/>
          </p:cNvSpPr>
          <p:nvPr>
            <p:ph type="sldNum" sz="quarter" idx="7"/>
          </p:nvPr>
        </p:nvSpPr>
        <p:spPr>
          <a:prstGeom prst="rect"/>
        </p:spPr>
        <p:txBody>
          <a:bodyPr bIns="0" lIns="0" rIns="0" rtlCol="0" tIns="6985" vert="horz" wrap="square">
            <a:spAutoFit/>
          </a:bodyPr>
          <a:p>
            <a:pPr marL="38100">
              <a:lnSpc>
                <a:spcPct val="100000"/>
              </a:lnSpc>
              <a:spcBef>
                <a:spcPts val="55"/>
              </a:spcBef>
            </a:pPr>
            <a:fld id="{81D60167-4931-47E6-BA6A-407CBD079E47}" type="slidenum">
              <a:rPr dirty="0" spc="10"/>
              <a:pPr marL="38100">
                <a:lnSpc>
                  <a:spcPct val="100000"/>
                </a:lnSpc>
                <a:spcBef>
                  <a:spcPts val="55"/>
                </a:spcBef>
              </a:pPr>
              <a:t>2</a:t>
            </a:fld>
            <a:endParaRPr dirty="0" spc="10"/>
          </a:p>
        </p:txBody>
      </p:sp>
      <p:sp>
        <p:nvSpPr>
          <p:cNvPr id="1048626" name="TextBox 22"/>
          <p:cNvSpPr txBox="1"/>
          <p:nvPr/>
        </p:nvSpPr>
        <p:spPr>
          <a:xfrm>
            <a:off x="595274" y="2714620"/>
            <a:ext cx="9215502" cy="1412240"/>
          </a:xfrm>
          <a:prstGeom prst="rect"/>
          <a:noFill/>
        </p:spPr>
        <p:txBody>
          <a:bodyPr rtlCol="0" wrap="square">
            <a:spAutoFit/>
          </a:bodyPr>
          <a:p>
            <a:r>
              <a:rPr b="1" dirty="0" sz="4400" lang="en-US">
                <a:solidFill>
                  <a:srgbClr val="0F0F0F"/>
                </a:solidFill>
                <a:latin typeface="Stencil" pitchFamily="82" charset="0"/>
                <a:cs typeface="Times New Roman" panose="02020603050405020304" pitchFamily="18" charset="0"/>
              </a:rPr>
              <a:t>Employee </a:t>
            </a:r>
            <a:r>
              <a:rPr b="1" dirty="0" sz="4400" lang="en-US" smtClean="0">
                <a:solidFill>
                  <a:srgbClr val="0F0F0F"/>
                </a:solidFill>
                <a:latin typeface="Stencil" pitchFamily="82" charset="0"/>
                <a:cs typeface="Times New Roman" panose="02020603050405020304" pitchFamily="18" charset="0"/>
              </a:rPr>
              <a:t>gender </a:t>
            </a:r>
            <a:r>
              <a:rPr b="1" dirty="0" sz="4400" lang="en-US">
                <a:solidFill>
                  <a:srgbClr val="0F0F0F"/>
                </a:solidFill>
                <a:latin typeface="Stencil" pitchFamily="82" charset="0"/>
                <a:cs typeface="Times New Roman" panose="02020603050405020304" pitchFamily="18" charset="0"/>
              </a:rPr>
              <a:t>Analysis using Excel</a:t>
            </a:r>
            <a:endParaRPr dirty="0" sz="2800" lang="en-IN">
              <a:solidFill>
                <a:srgbClr val="7030A0"/>
              </a:solidFill>
              <a:latin typeface="Stencil" pitchFamily="82" charset="0"/>
              <a:cs typeface="Times New Roman" panose="02020603050405020304" pitchFamily="18"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29" name=""/>
        <p:cNvGrpSpPr/>
        <p:nvPr/>
      </p:nvGrpSpPr>
      <p:grpSpPr>
        <a:xfrm>
          <a:off x="0" y="0"/>
          <a:ext cx="0" cy="0"/>
          <a:chOff x="0" y="0"/>
          <a:chExt cx="0" cy="0"/>
        </a:xfrm>
      </p:grpSpPr>
      <p:sp>
        <p:nvSpPr>
          <p:cNvPr id="1048627" name="object 2"/>
          <p:cNvSpPr/>
          <p:nvPr/>
        </p:nvSpPr>
        <p:spPr>
          <a:xfrm>
            <a:off x="0" y="0"/>
            <a:ext cx="12481713" cy="6858000"/>
          </a:xfrm>
          <a:custGeom>
            <a:avLst/>
            <a:ahLst/>
            <a:rect l="l" t="t" r="r" b="b"/>
            <a:pathLst>
              <a:path w="12192000" h="6858000">
                <a:moveTo>
                  <a:pt x="12192000" y="0"/>
                </a:moveTo>
                <a:lnTo>
                  <a:pt x="0" y="0"/>
                </a:lnTo>
                <a:lnTo>
                  <a:pt x="0" y="6858000"/>
                </a:lnTo>
                <a:lnTo>
                  <a:pt x="12192000" y="6858000"/>
                </a:lnTo>
                <a:lnTo>
                  <a:pt x="12192000" y="0"/>
                </a:lnTo>
                <a:close/>
              </a:path>
            </a:pathLst>
          </a:custGeom>
          <a:solidFill>
            <a:srgbClr val="F1F1F1"/>
          </a:solidFill>
        </p:spPr>
        <p:txBody>
          <a:bodyPr bIns="0" lIns="0" rIns="0" rtlCol="0" tIns="0" wrap="square"/>
          <a:p>
            <a:endParaRPr dirty="0"/>
          </a:p>
        </p:txBody>
      </p:sp>
      <p:grpSp>
        <p:nvGrpSpPr>
          <p:cNvPr id="30" name="object 3"/>
          <p:cNvGrpSpPr/>
          <p:nvPr/>
        </p:nvGrpSpPr>
        <p:grpSpPr>
          <a:xfrm>
            <a:off x="7443849" y="0"/>
            <a:ext cx="4752975" cy="6863080"/>
            <a:chOff x="7443849" y="0"/>
            <a:chExt cx="4752975" cy="6863080"/>
          </a:xfrm>
        </p:grpSpPr>
        <p:sp>
          <p:nvSpPr>
            <p:cNvPr id="1048628" name="object 4"/>
            <p:cNvSpPr/>
            <p:nvPr/>
          </p:nvSpPr>
          <p:spPr>
            <a:xfrm>
              <a:off x="9377426" y="4825"/>
              <a:ext cx="1218565" cy="6853555"/>
            </a:xfrm>
            <a:custGeom>
              <a:avLst/>
              <a:ahLst/>
              <a:rect l="l" t="t" r="r" b="b"/>
              <a:pathLst>
                <a:path w="1218565" h="6853555">
                  <a:moveTo>
                    <a:pt x="0" y="0"/>
                  </a:moveTo>
                  <a:lnTo>
                    <a:pt x="1218352" y="6853171"/>
                  </a:lnTo>
                </a:path>
              </a:pathLst>
            </a:custGeom>
            <a:ln w="9525">
              <a:solidFill>
                <a:srgbClr val="5FCAEE"/>
              </a:solidFill>
            </a:ln>
          </p:spPr>
          <p:txBody>
            <a:bodyPr bIns="0" lIns="0" rIns="0" rtlCol="0" tIns="0" wrap="square"/>
            <a:p/>
          </p:txBody>
        </p:sp>
        <p:sp>
          <p:nvSpPr>
            <p:cNvPr id="1048629" name="object 5"/>
            <p:cNvSpPr/>
            <p:nvPr/>
          </p:nvSpPr>
          <p:spPr>
            <a:xfrm>
              <a:off x="7448612" y="3694896"/>
              <a:ext cx="4743450" cy="3163570"/>
            </a:xfrm>
            <a:custGeom>
              <a:avLst/>
              <a:ahLst/>
              <a:rect l="l" t="t" r="r" b="b"/>
              <a:pathLst>
                <a:path w="4743450" h="3163570">
                  <a:moveTo>
                    <a:pt x="4743387" y="0"/>
                  </a:moveTo>
                  <a:lnTo>
                    <a:pt x="0" y="3163101"/>
                  </a:lnTo>
                </a:path>
              </a:pathLst>
            </a:custGeom>
            <a:ln w="9525">
              <a:solidFill>
                <a:srgbClr val="5FCAEE"/>
              </a:solidFill>
            </a:ln>
          </p:spPr>
          <p:txBody>
            <a:bodyPr bIns="0" lIns="0" rIns="0" rtlCol="0" tIns="0" wrap="square"/>
            <a:p/>
          </p:txBody>
        </p:sp>
        <p:sp>
          <p:nvSpPr>
            <p:cNvPr id="1048630" name="object 6"/>
            <p:cNvSpPr/>
            <p:nvPr/>
          </p:nvSpPr>
          <p:spPr>
            <a:xfrm>
              <a:off x="9182100" y="0"/>
              <a:ext cx="3009900" cy="6858000"/>
            </a:xfrm>
            <a:custGeom>
              <a:avLst/>
              <a:ahLst/>
              <a:rect l="l" t="t" r="r" b="b"/>
              <a:pathLst>
                <a:path w="3009900" h="6858000">
                  <a:moveTo>
                    <a:pt x="3009899" y="0"/>
                  </a:moveTo>
                  <a:lnTo>
                    <a:pt x="2044399" y="0"/>
                  </a:lnTo>
                  <a:lnTo>
                    <a:pt x="0" y="6857996"/>
                  </a:lnTo>
                  <a:lnTo>
                    <a:pt x="3009899" y="6857996"/>
                  </a:lnTo>
                  <a:lnTo>
                    <a:pt x="3009899" y="0"/>
                  </a:lnTo>
                  <a:close/>
                </a:path>
              </a:pathLst>
            </a:custGeom>
            <a:solidFill>
              <a:srgbClr val="5FCAEE">
                <a:alpha val="36077"/>
              </a:srgbClr>
            </a:solidFill>
          </p:spPr>
          <p:txBody>
            <a:bodyPr bIns="0" lIns="0" rIns="0" rtlCol="0" tIns="0" wrap="square"/>
            <a:p/>
          </p:txBody>
        </p:sp>
        <p:sp>
          <p:nvSpPr>
            <p:cNvPr id="1048631" name="object 7"/>
            <p:cNvSpPr/>
            <p:nvPr/>
          </p:nvSpPr>
          <p:spPr>
            <a:xfrm>
              <a:off x="9602878" y="0"/>
              <a:ext cx="2589530" cy="6858000"/>
            </a:xfrm>
            <a:custGeom>
              <a:avLst/>
              <a:ahLst/>
              <a:rect l="l" t="t" r="r" b="b"/>
              <a:pathLst>
                <a:path w="2589529" h="6858000">
                  <a:moveTo>
                    <a:pt x="2589120" y="0"/>
                  </a:moveTo>
                  <a:lnTo>
                    <a:pt x="0" y="0"/>
                  </a:lnTo>
                  <a:lnTo>
                    <a:pt x="1208884" y="6857996"/>
                  </a:lnTo>
                  <a:lnTo>
                    <a:pt x="2589120" y="6857996"/>
                  </a:lnTo>
                  <a:lnTo>
                    <a:pt x="2589120" y="0"/>
                  </a:lnTo>
                  <a:close/>
                </a:path>
              </a:pathLst>
            </a:custGeom>
            <a:solidFill>
              <a:srgbClr val="5FCAEE">
                <a:alpha val="19999"/>
              </a:srgbClr>
            </a:solidFill>
          </p:spPr>
          <p:txBody>
            <a:bodyPr bIns="0" lIns="0" rIns="0" rtlCol="0" tIns="0" wrap="square"/>
            <a:p/>
          </p:txBody>
        </p:sp>
        <p:sp>
          <p:nvSpPr>
            <p:cNvPr id="1048632" name="object 8"/>
            <p:cNvSpPr/>
            <p:nvPr/>
          </p:nvSpPr>
          <p:spPr>
            <a:xfrm>
              <a:off x="8934450" y="3048000"/>
              <a:ext cx="3257550" cy="3810000"/>
            </a:xfrm>
            <a:custGeom>
              <a:avLst/>
              <a:ahLst/>
              <a:rect l="l" t="t" r="r" b="b"/>
              <a:pathLst>
                <a:path w="3257550" h="3810000">
                  <a:moveTo>
                    <a:pt x="3257550" y="0"/>
                  </a:moveTo>
                  <a:lnTo>
                    <a:pt x="0" y="3810000"/>
                  </a:lnTo>
                  <a:lnTo>
                    <a:pt x="3257550" y="3810000"/>
                  </a:lnTo>
                  <a:lnTo>
                    <a:pt x="3257550" y="0"/>
                  </a:lnTo>
                  <a:close/>
                </a:path>
              </a:pathLst>
            </a:custGeom>
            <a:solidFill>
              <a:srgbClr val="17AFE3">
                <a:alpha val="65881"/>
              </a:srgbClr>
            </a:solidFill>
          </p:spPr>
          <p:txBody>
            <a:bodyPr bIns="0" lIns="0" rIns="0" rtlCol="0" tIns="0" wrap="square"/>
            <a:p/>
          </p:txBody>
        </p:sp>
        <p:sp>
          <p:nvSpPr>
            <p:cNvPr id="1048633" name="object 9"/>
            <p:cNvSpPr/>
            <p:nvPr/>
          </p:nvSpPr>
          <p:spPr>
            <a:xfrm>
              <a:off x="9337930" y="0"/>
              <a:ext cx="2854325" cy="6858000"/>
            </a:xfrm>
            <a:custGeom>
              <a:avLst/>
              <a:ahLst/>
              <a:rect l="l" t="t" r="r" b="b"/>
              <a:pathLst>
                <a:path w="2854325" h="6858000">
                  <a:moveTo>
                    <a:pt x="2854069" y="0"/>
                  </a:moveTo>
                  <a:lnTo>
                    <a:pt x="0" y="0"/>
                  </a:lnTo>
                  <a:lnTo>
                    <a:pt x="2470020" y="6857996"/>
                  </a:lnTo>
                  <a:lnTo>
                    <a:pt x="2854069" y="6857996"/>
                  </a:lnTo>
                  <a:lnTo>
                    <a:pt x="2854069" y="0"/>
                  </a:lnTo>
                  <a:close/>
                </a:path>
              </a:pathLst>
            </a:custGeom>
            <a:solidFill>
              <a:srgbClr val="17AFE3">
                <a:alpha val="50195"/>
              </a:srgbClr>
            </a:solidFill>
          </p:spPr>
          <p:txBody>
            <a:bodyPr bIns="0" lIns="0" rIns="0" rtlCol="0" tIns="0" wrap="square"/>
            <a:p/>
          </p:txBody>
        </p:sp>
        <p:sp>
          <p:nvSpPr>
            <p:cNvPr id="1048634" name="object 10"/>
            <p:cNvSpPr/>
            <p:nvPr/>
          </p:nvSpPr>
          <p:spPr>
            <a:xfrm>
              <a:off x="10896600" y="0"/>
              <a:ext cx="1295400" cy="6858000"/>
            </a:xfrm>
            <a:custGeom>
              <a:avLst/>
              <a:ahLst/>
              <a:rect l="l" t="t" r="r" b="b"/>
              <a:pathLst>
                <a:path w="1295400" h="6858000">
                  <a:moveTo>
                    <a:pt x="1295399" y="0"/>
                  </a:moveTo>
                  <a:lnTo>
                    <a:pt x="1022453" y="0"/>
                  </a:lnTo>
                  <a:lnTo>
                    <a:pt x="0" y="6857996"/>
                  </a:lnTo>
                  <a:lnTo>
                    <a:pt x="1295399" y="6857996"/>
                  </a:lnTo>
                  <a:lnTo>
                    <a:pt x="1295399" y="0"/>
                  </a:lnTo>
                  <a:close/>
                </a:path>
              </a:pathLst>
            </a:custGeom>
            <a:solidFill>
              <a:srgbClr val="2D83C3">
                <a:alpha val="70195"/>
              </a:srgbClr>
            </a:solidFill>
          </p:spPr>
          <p:txBody>
            <a:bodyPr bIns="0" lIns="0" rIns="0" rtlCol="0" tIns="0" wrap="square"/>
            <a:p/>
          </p:txBody>
        </p:sp>
        <p:sp>
          <p:nvSpPr>
            <p:cNvPr id="1048635" name="object 11"/>
            <p:cNvSpPr/>
            <p:nvPr/>
          </p:nvSpPr>
          <p:spPr>
            <a:xfrm>
              <a:off x="10936247" y="0"/>
              <a:ext cx="1256030" cy="6858000"/>
            </a:xfrm>
            <a:custGeom>
              <a:avLst/>
              <a:ahLst/>
              <a:rect l="l" t="t" r="r" b="b"/>
              <a:pathLst>
                <a:path w="1256029" h="6858000">
                  <a:moveTo>
                    <a:pt x="1255752" y="0"/>
                  </a:moveTo>
                  <a:lnTo>
                    <a:pt x="0" y="0"/>
                  </a:lnTo>
                  <a:lnTo>
                    <a:pt x="1114527" y="6857996"/>
                  </a:lnTo>
                  <a:lnTo>
                    <a:pt x="1255752" y="6857996"/>
                  </a:lnTo>
                  <a:lnTo>
                    <a:pt x="1255752" y="0"/>
                  </a:lnTo>
                  <a:close/>
                </a:path>
              </a:pathLst>
            </a:custGeom>
            <a:solidFill>
              <a:srgbClr val="226192">
                <a:alpha val="79998"/>
              </a:srgbClr>
            </a:solidFill>
          </p:spPr>
          <p:txBody>
            <a:bodyPr bIns="0" lIns="0" rIns="0" rtlCol="0" tIns="0" wrap="square"/>
            <a:p/>
          </p:txBody>
        </p:sp>
        <p:sp>
          <p:nvSpPr>
            <p:cNvPr id="1048636" name="object 12"/>
            <p:cNvSpPr/>
            <p:nvPr/>
          </p:nvSpPr>
          <p:spPr>
            <a:xfrm>
              <a:off x="10372725" y="3590925"/>
              <a:ext cx="1819275" cy="3267075"/>
            </a:xfrm>
            <a:custGeom>
              <a:avLst/>
              <a:ahLst/>
              <a:rect l="l" t="t" r="r" b="b"/>
              <a:pathLst>
                <a:path w="1819275" h="3267075">
                  <a:moveTo>
                    <a:pt x="1819275" y="0"/>
                  </a:moveTo>
                  <a:lnTo>
                    <a:pt x="0" y="3267075"/>
                  </a:lnTo>
                  <a:lnTo>
                    <a:pt x="1819275" y="3267075"/>
                  </a:lnTo>
                  <a:lnTo>
                    <a:pt x="1819275" y="0"/>
                  </a:lnTo>
                  <a:close/>
                </a:path>
              </a:pathLst>
            </a:custGeom>
            <a:solidFill>
              <a:srgbClr val="17AFE3">
                <a:alpha val="65881"/>
              </a:srgbClr>
            </a:solidFill>
          </p:spPr>
          <p:txBody>
            <a:bodyPr bIns="0" lIns="0" rIns="0" rtlCol="0" tIns="0" wrap="square"/>
            <a:p/>
          </p:txBody>
        </p:sp>
      </p:grpSp>
      <p:sp>
        <p:nvSpPr>
          <p:cNvPr id="1048637" name="object 13"/>
          <p:cNvSpPr/>
          <p:nvPr/>
        </p:nvSpPr>
        <p:spPr>
          <a:xfrm>
            <a:off x="0" y="4010025"/>
            <a:ext cx="447675" cy="2847975"/>
          </a:xfrm>
          <a:custGeom>
            <a:avLst/>
            <a:ahLst/>
            <a:rect l="l" t="t" r="r" b="b"/>
            <a:pathLst>
              <a:path w="447675" h="2847975">
                <a:moveTo>
                  <a:pt x="0" y="0"/>
                </a:moveTo>
                <a:lnTo>
                  <a:pt x="0" y="2847975"/>
                </a:lnTo>
                <a:lnTo>
                  <a:pt x="447675" y="2847975"/>
                </a:lnTo>
                <a:lnTo>
                  <a:pt x="0" y="0"/>
                </a:lnTo>
                <a:close/>
              </a:path>
            </a:pathLst>
          </a:custGeom>
          <a:solidFill>
            <a:srgbClr val="5FCAEE">
              <a:alpha val="70195"/>
            </a:srgbClr>
          </a:solidFill>
        </p:spPr>
        <p:txBody>
          <a:bodyPr bIns="0" lIns="0" rIns="0" rtlCol="0" tIns="0" wrap="square"/>
          <a:p/>
        </p:txBody>
      </p:sp>
      <p:sp>
        <p:nvSpPr>
          <p:cNvPr id="1048638" name="object 14"/>
          <p:cNvSpPr txBox="1"/>
          <p:nvPr/>
        </p:nvSpPr>
        <p:spPr>
          <a:xfrm>
            <a:off x="752475" y="6486037"/>
            <a:ext cx="1773555" cy="166370"/>
          </a:xfrm>
          <a:prstGeom prst="rect"/>
        </p:spPr>
        <p:txBody>
          <a:bodyPr bIns="0" lIns="0" rIns="0" rtlCol="0" tIns="0" vert="horz" wrap="square">
            <a:spAutoFit/>
          </a:bodyPr>
          <a:p>
            <a:pPr>
              <a:lnSpc>
                <a:spcPts val="1275"/>
              </a:lnSpc>
            </a:pPr>
            <a:r>
              <a:rPr dirty="0" sz="1100" spc="20">
                <a:solidFill>
                  <a:srgbClr val="2D83C3"/>
                </a:solidFill>
                <a:latin typeface="Trebuchet MS"/>
                <a:cs typeface="Trebuchet MS"/>
              </a:rPr>
              <a:t>3/21/202</a:t>
            </a:r>
            <a:r>
              <a:rPr dirty="0" sz="1100" spc="10">
                <a:solidFill>
                  <a:srgbClr val="2D83C3"/>
                </a:solidFill>
                <a:latin typeface="Trebuchet MS"/>
                <a:cs typeface="Trebuchet MS"/>
              </a:rPr>
              <a:t>4</a:t>
            </a:r>
            <a:r>
              <a:rPr dirty="0" sz="1100">
                <a:solidFill>
                  <a:srgbClr val="2D83C3"/>
                </a:solidFill>
                <a:latin typeface="Trebuchet MS"/>
                <a:cs typeface="Trebuchet MS"/>
              </a:rPr>
              <a:t> </a:t>
            </a:r>
            <a:r>
              <a:rPr dirty="0" sz="1100" spc="130">
                <a:solidFill>
                  <a:srgbClr val="2D83C3"/>
                </a:solidFill>
                <a:latin typeface="Trebuchet MS"/>
                <a:cs typeface="Trebuchet MS"/>
              </a:rPr>
              <a:t> </a:t>
            </a:r>
            <a:r>
              <a:rPr b="1" dirty="0" sz="1100" spc="50">
                <a:solidFill>
                  <a:srgbClr val="2D83C3"/>
                </a:solidFill>
                <a:latin typeface="Trebuchet MS"/>
                <a:cs typeface="Trebuchet MS"/>
              </a:rPr>
              <a:t>A</a:t>
            </a:r>
            <a:r>
              <a:rPr b="1" dirty="0" sz="1100" spc="15">
                <a:solidFill>
                  <a:srgbClr val="2D83C3"/>
                </a:solidFill>
                <a:latin typeface="Trebuchet MS"/>
                <a:cs typeface="Trebuchet MS"/>
              </a:rPr>
              <a:t>nnu</a:t>
            </a:r>
            <a:r>
              <a:rPr b="1" dirty="0" sz="1100" spc="10">
                <a:solidFill>
                  <a:srgbClr val="2D83C3"/>
                </a:solidFill>
                <a:latin typeface="Trebuchet MS"/>
                <a:cs typeface="Trebuchet MS"/>
              </a:rPr>
              <a:t>al</a:t>
            </a:r>
            <a:r>
              <a:rPr b="1" dirty="0" sz="1100" spc="-140">
                <a:solidFill>
                  <a:srgbClr val="2D83C3"/>
                </a:solidFill>
                <a:latin typeface="Trebuchet MS"/>
                <a:cs typeface="Trebuchet MS"/>
              </a:rPr>
              <a:t> </a:t>
            </a:r>
            <a:r>
              <a:rPr b="1" dirty="0" sz="1100">
                <a:solidFill>
                  <a:srgbClr val="2D83C3"/>
                </a:solidFill>
                <a:latin typeface="Trebuchet MS"/>
                <a:cs typeface="Trebuchet MS"/>
              </a:rPr>
              <a:t>R</a:t>
            </a:r>
            <a:r>
              <a:rPr b="1" dirty="0" sz="1100" spc="35">
                <a:solidFill>
                  <a:srgbClr val="2D83C3"/>
                </a:solidFill>
                <a:latin typeface="Trebuchet MS"/>
                <a:cs typeface="Trebuchet MS"/>
              </a:rPr>
              <a:t>e</a:t>
            </a:r>
            <a:r>
              <a:rPr b="1" dirty="0" sz="1100" spc="90">
                <a:solidFill>
                  <a:srgbClr val="2D83C3"/>
                </a:solidFill>
                <a:latin typeface="Trebuchet MS"/>
                <a:cs typeface="Trebuchet MS"/>
              </a:rPr>
              <a:t>v</a:t>
            </a:r>
            <a:r>
              <a:rPr b="1" dirty="0" sz="1100" spc="-35">
                <a:solidFill>
                  <a:srgbClr val="2D83C3"/>
                </a:solidFill>
                <a:latin typeface="Trebuchet MS"/>
                <a:cs typeface="Trebuchet MS"/>
              </a:rPr>
              <a:t>i</a:t>
            </a:r>
            <a:r>
              <a:rPr b="1" dirty="0" sz="1100" spc="35">
                <a:solidFill>
                  <a:srgbClr val="2D83C3"/>
                </a:solidFill>
                <a:latin typeface="Trebuchet MS"/>
                <a:cs typeface="Trebuchet MS"/>
              </a:rPr>
              <a:t>e</a:t>
            </a:r>
            <a:r>
              <a:rPr b="1" dirty="0" sz="1100" spc="15">
                <a:solidFill>
                  <a:srgbClr val="2D83C3"/>
                </a:solidFill>
                <a:latin typeface="Trebuchet MS"/>
                <a:cs typeface="Trebuchet MS"/>
              </a:rPr>
              <a:t>w</a:t>
            </a:r>
            <a:endParaRPr sz="1100">
              <a:latin typeface="Trebuchet MS"/>
              <a:cs typeface="Trebuchet MS"/>
            </a:endParaRPr>
          </a:p>
        </p:txBody>
      </p:sp>
      <p:sp>
        <p:nvSpPr>
          <p:cNvPr id="1048639" name="object 15"/>
          <p:cNvSpPr/>
          <p:nvPr/>
        </p:nvSpPr>
        <p:spPr>
          <a:xfrm>
            <a:off x="7362825" y="447675"/>
            <a:ext cx="361950" cy="361950"/>
          </a:xfrm>
          <a:custGeom>
            <a:avLst/>
            <a:ahLst/>
            <a:rect l="l" t="t" r="r" b="b"/>
            <a:pathLst>
              <a:path w="361950" h="361950">
                <a:moveTo>
                  <a:pt x="180975" y="0"/>
                </a:moveTo>
                <a:lnTo>
                  <a:pt x="132864" y="6464"/>
                </a:lnTo>
                <a:lnTo>
                  <a:pt x="89633" y="24708"/>
                </a:lnTo>
                <a:lnTo>
                  <a:pt x="53006" y="53006"/>
                </a:lnTo>
                <a:lnTo>
                  <a:pt x="24708" y="89633"/>
                </a:lnTo>
                <a:lnTo>
                  <a:pt x="6464" y="132864"/>
                </a:lnTo>
                <a:lnTo>
                  <a:pt x="0" y="180975"/>
                </a:lnTo>
                <a:lnTo>
                  <a:pt x="6464" y="229085"/>
                </a:lnTo>
                <a:lnTo>
                  <a:pt x="24708" y="272316"/>
                </a:lnTo>
                <a:lnTo>
                  <a:pt x="53006" y="308943"/>
                </a:lnTo>
                <a:lnTo>
                  <a:pt x="89633" y="337241"/>
                </a:lnTo>
                <a:lnTo>
                  <a:pt x="132864" y="355485"/>
                </a:lnTo>
                <a:lnTo>
                  <a:pt x="180975" y="361950"/>
                </a:lnTo>
                <a:lnTo>
                  <a:pt x="229085" y="355485"/>
                </a:lnTo>
                <a:lnTo>
                  <a:pt x="272316" y="337241"/>
                </a:lnTo>
                <a:lnTo>
                  <a:pt x="308943" y="308943"/>
                </a:lnTo>
                <a:lnTo>
                  <a:pt x="337241" y="272316"/>
                </a:lnTo>
                <a:lnTo>
                  <a:pt x="355485" y="229085"/>
                </a:lnTo>
                <a:lnTo>
                  <a:pt x="361950" y="180975"/>
                </a:lnTo>
                <a:lnTo>
                  <a:pt x="355485" y="132864"/>
                </a:lnTo>
                <a:lnTo>
                  <a:pt x="337241" y="89633"/>
                </a:lnTo>
                <a:lnTo>
                  <a:pt x="308943" y="53006"/>
                </a:lnTo>
                <a:lnTo>
                  <a:pt x="272316" y="24708"/>
                </a:lnTo>
                <a:lnTo>
                  <a:pt x="229085" y="6464"/>
                </a:lnTo>
                <a:lnTo>
                  <a:pt x="180975" y="0"/>
                </a:lnTo>
                <a:close/>
              </a:path>
            </a:pathLst>
          </a:custGeom>
          <a:solidFill>
            <a:srgbClr val="EBEBEB"/>
          </a:solidFill>
        </p:spPr>
        <p:txBody>
          <a:bodyPr bIns="0" lIns="0" rIns="0" rtlCol="0" tIns="0" wrap="square"/>
          <a:p/>
        </p:txBody>
      </p:sp>
      <p:sp>
        <p:nvSpPr>
          <p:cNvPr id="1048640" name="object 16"/>
          <p:cNvSpPr/>
          <p:nvPr/>
        </p:nvSpPr>
        <p:spPr>
          <a:xfrm>
            <a:off x="11010900" y="5610225"/>
            <a:ext cx="647700" cy="647700"/>
          </a:xfrm>
          <a:custGeom>
            <a:avLst/>
            <a:ahLst/>
            <a:rect l="l" t="t" r="r" b="b"/>
            <a:pathLst>
              <a:path w="647700" h="647700">
                <a:moveTo>
                  <a:pt x="323850" y="0"/>
                </a:moveTo>
                <a:lnTo>
                  <a:pt x="276003" y="3511"/>
                </a:lnTo>
                <a:lnTo>
                  <a:pt x="230332" y="13711"/>
                </a:lnTo>
                <a:lnTo>
                  <a:pt x="187340" y="30099"/>
                </a:lnTo>
                <a:lnTo>
                  <a:pt x="147528" y="52175"/>
                </a:lnTo>
                <a:lnTo>
                  <a:pt x="111397" y="79436"/>
                </a:lnTo>
                <a:lnTo>
                  <a:pt x="79448" y="111381"/>
                </a:lnTo>
                <a:lnTo>
                  <a:pt x="52184" y="147511"/>
                </a:lnTo>
                <a:lnTo>
                  <a:pt x="30106" y="187324"/>
                </a:lnTo>
                <a:lnTo>
                  <a:pt x="13714" y="230319"/>
                </a:lnTo>
                <a:lnTo>
                  <a:pt x="3512" y="275994"/>
                </a:lnTo>
                <a:lnTo>
                  <a:pt x="0" y="323850"/>
                </a:lnTo>
                <a:lnTo>
                  <a:pt x="3512" y="371705"/>
                </a:lnTo>
                <a:lnTo>
                  <a:pt x="13714" y="417380"/>
                </a:lnTo>
                <a:lnTo>
                  <a:pt x="30106" y="460375"/>
                </a:lnTo>
                <a:lnTo>
                  <a:pt x="52184" y="500188"/>
                </a:lnTo>
                <a:lnTo>
                  <a:pt x="79448" y="536318"/>
                </a:lnTo>
                <a:lnTo>
                  <a:pt x="111397" y="568263"/>
                </a:lnTo>
                <a:lnTo>
                  <a:pt x="147528" y="595524"/>
                </a:lnTo>
                <a:lnTo>
                  <a:pt x="187340" y="617600"/>
                </a:lnTo>
                <a:lnTo>
                  <a:pt x="230332" y="633988"/>
                </a:lnTo>
                <a:lnTo>
                  <a:pt x="276003" y="644188"/>
                </a:lnTo>
                <a:lnTo>
                  <a:pt x="323850" y="647700"/>
                </a:lnTo>
                <a:lnTo>
                  <a:pt x="371696" y="644188"/>
                </a:lnTo>
                <a:lnTo>
                  <a:pt x="417367" y="633988"/>
                </a:lnTo>
                <a:lnTo>
                  <a:pt x="460359" y="617600"/>
                </a:lnTo>
                <a:lnTo>
                  <a:pt x="500171" y="595524"/>
                </a:lnTo>
                <a:lnTo>
                  <a:pt x="536302" y="568263"/>
                </a:lnTo>
                <a:lnTo>
                  <a:pt x="568251" y="536318"/>
                </a:lnTo>
                <a:lnTo>
                  <a:pt x="595515" y="500188"/>
                </a:lnTo>
                <a:lnTo>
                  <a:pt x="617593" y="460375"/>
                </a:lnTo>
                <a:lnTo>
                  <a:pt x="633985" y="417380"/>
                </a:lnTo>
                <a:lnTo>
                  <a:pt x="644187" y="371705"/>
                </a:lnTo>
                <a:lnTo>
                  <a:pt x="647700" y="323850"/>
                </a:lnTo>
                <a:lnTo>
                  <a:pt x="644187" y="275994"/>
                </a:lnTo>
                <a:lnTo>
                  <a:pt x="633985" y="230319"/>
                </a:lnTo>
                <a:lnTo>
                  <a:pt x="617593" y="187324"/>
                </a:lnTo>
                <a:lnTo>
                  <a:pt x="595515" y="147511"/>
                </a:lnTo>
                <a:lnTo>
                  <a:pt x="568251" y="111381"/>
                </a:lnTo>
                <a:lnTo>
                  <a:pt x="536302" y="79436"/>
                </a:lnTo>
                <a:lnTo>
                  <a:pt x="500171" y="52175"/>
                </a:lnTo>
                <a:lnTo>
                  <a:pt x="460359" y="30099"/>
                </a:lnTo>
                <a:lnTo>
                  <a:pt x="417367" y="13711"/>
                </a:lnTo>
                <a:lnTo>
                  <a:pt x="371696" y="3511"/>
                </a:lnTo>
                <a:lnTo>
                  <a:pt x="323850" y="0"/>
                </a:lnTo>
                <a:close/>
              </a:path>
            </a:pathLst>
          </a:custGeom>
          <a:solidFill>
            <a:srgbClr val="2D83C3"/>
          </a:solidFill>
        </p:spPr>
        <p:txBody>
          <a:bodyPr bIns="0" lIns="0" rIns="0" rtlCol="0" tIns="0" wrap="square"/>
          <a:p/>
        </p:txBody>
      </p:sp>
      <p:pic>
        <p:nvPicPr>
          <p:cNvPr id="2097155" name="object 17"/>
          <p:cNvPicPr>
            <a:picLocks/>
          </p:cNvPicPr>
          <p:nvPr/>
        </p:nvPicPr>
        <p:blipFill>
          <a:blip xmlns:r="http://schemas.openxmlformats.org/officeDocument/2006/relationships" r:embed="rId1" cstate="print"/>
          <a:stretch>
            <a:fillRect/>
          </a:stretch>
        </p:blipFill>
        <p:spPr>
          <a:xfrm>
            <a:off x="10687050" y="6134100"/>
            <a:ext cx="247650" cy="247650"/>
          </a:xfrm>
          <a:prstGeom prst="rect"/>
        </p:spPr>
      </p:pic>
      <p:grpSp>
        <p:nvGrpSpPr>
          <p:cNvPr id="31" name="object 18"/>
          <p:cNvGrpSpPr/>
          <p:nvPr/>
        </p:nvGrpSpPr>
        <p:grpSpPr>
          <a:xfrm>
            <a:off x="47625" y="3819523"/>
            <a:ext cx="4124325" cy="3009900"/>
            <a:chOff x="47625" y="3819523"/>
            <a:chExt cx="4124325" cy="3009900"/>
          </a:xfrm>
        </p:grpSpPr>
        <p:pic>
          <p:nvPicPr>
            <p:cNvPr id="2097156" name="object 19"/>
            <p:cNvPicPr>
              <a:picLocks/>
            </p:cNvPicPr>
            <p:nvPr/>
          </p:nvPicPr>
          <p:blipFill>
            <a:blip xmlns:r="http://schemas.openxmlformats.org/officeDocument/2006/relationships" r:embed="rId2" cstate="print"/>
            <a:stretch>
              <a:fillRect/>
            </a:stretch>
          </p:blipFill>
          <p:spPr>
            <a:xfrm>
              <a:off x="466725" y="6410325"/>
              <a:ext cx="3705225" cy="295275"/>
            </a:xfrm>
            <a:prstGeom prst="rect"/>
          </p:spPr>
        </p:pic>
        <p:pic>
          <p:nvPicPr>
            <p:cNvPr id="2097157" name="object 20"/>
            <p:cNvPicPr>
              <a:picLocks/>
            </p:cNvPicPr>
            <p:nvPr/>
          </p:nvPicPr>
          <p:blipFill>
            <a:blip xmlns:r="http://schemas.openxmlformats.org/officeDocument/2006/relationships" r:embed="rId3" cstate="print"/>
            <a:stretch>
              <a:fillRect/>
            </a:stretch>
          </p:blipFill>
          <p:spPr>
            <a:xfrm>
              <a:off x="47625" y="3819523"/>
              <a:ext cx="1733550" cy="3009898"/>
            </a:xfrm>
            <a:prstGeom prst="rect"/>
          </p:spPr>
        </p:pic>
      </p:grpSp>
      <p:sp>
        <p:nvSpPr>
          <p:cNvPr id="1048641" name="object 21"/>
          <p:cNvSpPr txBox="1">
            <a:spLocks noGrp="1"/>
          </p:cNvSpPr>
          <p:nvPr>
            <p:ph type="title"/>
          </p:nvPr>
        </p:nvSpPr>
        <p:spPr>
          <a:xfrm>
            <a:off x="739774" y="445388"/>
            <a:ext cx="2784457" cy="813435"/>
          </a:xfrm>
          <a:prstGeom prst="rect"/>
        </p:spPr>
        <p:txBody>
          <a:bodyPr bIns="0" lIns="0" rIns="0" rtlCol="0" tIns="13335" vert="horz" wrap="square">
            <a:spAutoFit/>
          </a:bodyPr>
          <a:p>
            <a:pPr marL="12700">
              <a:lnSpc>
                <a:spcPct val="100000"/>
              </a:lnSpc>
              <a:spcBef>
                <a:spcPts val="105"/>
              </a:spcBef>
            </a:pPr>
            <a:r>
              <a:rPr dirty="0" sz="5400" spc="25">
                <a:latin typeface="Algerian" pitchFamily="82" charset="0"/>
              </a:rPr>
              <a:t>A</a:t>
            </a:r>
            <a:r>
              <a:rPr dirty="0" sz="5400" spc="-5">
                <a:latin typeface="Algerian" pitchFamily="82" charset="0"/>
              </a:rPr>
              <a:t>G</a:t>
            </a:r>
            <a:r>
              <a:rPr dirty="0" sz="5400" spc="-35">
                <a:latin typeface="Algerian" pitchFamily="82" charset="0"/>
              </a:rPr>
              <a:t>E</a:t>
            </a:r>
            <a:r>
              <a:rPr dirty="0" sz="5400" spc="15">
                <a:latin typeface="Algerian" pitchFamily="82" charset="0"/>
              </a:rPr>
              <a:t>N</a:t>
            </a:r>
            <a:r>
              <a:rPr dirty="0" sz="5400">
                <a:latin typeface="Algerian" pitchFamily="82" charset="0"/>
              </a:rPr>
              <a:t>DA</a:t>
            </a:r>
          </a:p>
        </p:txBody>
      </p:sp>
      <p:sp>
        <p:nvSpPr>
          <p:cNvPr id="1048642" name="object 22"/>
          <p:cNvSpPr txBox="1">
            <a:spLocks noGrp="1"/>
          </p:cNvSpPr>
          <p:nvPr>
            <p:ph type="sldNum" sz="quarter" idx="7"/>
          </p:nvPr>
        </p:nvSpPr>
        <p:spPr>
          <a:prstGeom prst="rect"/>
        </p:spPr>
        <p:txBody>
          <a:bodyPr bIns="0" lIns="0" rIns="0" rtlCol="0" tIns="6985" vert="horz" wrap="square">
            <a:spAutoFit/>
          </a:bodyPr>
          <a:p>
            <a:pPr marL="38100">
              <a:lnSpc>
                <a:spcPct val="100000"/>
              </a:lnSpc>
              <a:spcBef>
                <a:spcPts val="55"/>
              </a:spcBef>
            </a:pPr>
            <a:fld id="{81D60167-4931-47E6-BA6A-407CBD079E47}" type="slidenum">
              <a:rPr dirty="0" spc="10"/>
              <a:pPr marL="38100">
                <a:lnSpc>
                  <a:spcPct val="100000"/>
                </a:lnSpc>
                <a:spcBef>
                  <a:spcPts val="55"/>
                </a:spcBef>
              </a:pPr>
              <a:t>3</a:t>
            </a:fld>
            <a:endParaRPr dirty="0" spc="10"/>
          </a:p>
        </p:txBody>
      </p:sp>
      <p:sp>
        <p:nvSpPr>
          <p:cNvPr id="1048643" name="TextBox 22"/>
          <p:cNvSpPr txBox="1"/>
          <p:nvPr/>
        </p:nvSpPr>
        <p:spPr>
          <a:xfrm>
            <a:off x="2509807" y="1041533"/>
            <a:ext cx="5029200" cy="4282440"/>
          </a:xfrm>
          <a:prstGeom prst="rect"/>
          <a:noFill/>
        </p:spPr>
        <p:txBody>
          <a:bodyPr rtlCol="0" wrap="square">
            <a:spAutoFit/>
          </a:bodyPr>
          <a:p>
            <a:pPr algn="l"/>
            <a:endParaRPr b="0" dirty="0" sz="2800" i="0" lang="en-US">
              <a:solidFill>
                <a:srgbClr val="0D0D0D"/>
              </a:solidFill>
              <a:effectLst/>
              <a:latin typeface="Times New Roman" panose="02020603050405020304" pitchFamily="18" charset="0"/>
              <a:cs typeface="Times New Roman" panose="02020603050405020304" pitchFamily="18" charset="0"/>
            </a:endParaRPr>
          </a:p>
          <a:p>
            <a:pPr algn="l">
              <a:buFont typeface="+mj-lt"/>
              <a:buAutoNum type="arabicPeriod"/>
            </a:pPr>
            <a:r>
              <a:rPr b="0" dirty="0" sz="2800" i="0" lang="en-US">
                <a:solidFill>
                  <a:srgbClr val="0D0D0D"/>
                </a:solidFill>
                <a:effectLst/>
                <a:latin typeface="Times New Roman" panose="02020603050405020304" pitchFamily="18" charset="0"/>
                <a:cs typeface="Times New Roman" panose="02020603050405020304" pitchFamily="18" charset="0"/>
              </a:rPr>
              <a:t>Problem Statement</a:t>
            </a:r>
          </a:p>
          <a:p>
            <a:pPr algn="l">
              <a:buFont typeface="+mj-lt"/>
              <a:buAutoNum type="arabicPeriod"/>
            </a:pPr>
            <a:r>
              <a:rPr b="0" dirty="0" sz="2800" i="0" lang="en-US">
                <a:solidFill>
                  <a:srgbClr val="0D0D0D"/>
                </a:solidFill>
                <a:effectLst/>
                <a:latin typeface="Times New Roman" panose="02020603050405020304" pitchFamily="18" charset="0"/>
                <a:cs typeface="Times New Roman" panose="02020603050405020304" pitchFamily="18" charset="0"/>
              </a:rPr>
              <a:t>Project Overview</a:t>
            </a:r>
          </a:p>
          <a:p>
            <a:pPr algn="l">
              <a:buFont typeface="+mj-lt"/>
              <a:buAutoNum type="arabicPeriod"/>
            </a:pPr>
            <a:r>
              <a:rPr b="0" dirty="0" sz="2800" i="0" lang="en-US">
                <a:solidFill>
                  <a:srgbClr val="0D0D0D"/>
                </a:solidFill>
                <a:effectLst/>
                <a:latin typeface="Times New Roman" panose="02020603050405020304" pitchFamily="18" charset="0"/>
                <a:cs typeface="Times New Roman" panose="02020603050405020304" pitchFamily="18" charset="0"/>
              </a:rPr>
              <a:t>End Users</a:t>
            </a:r>
          </a:p>
          <a:p>
            <a:pPr algn="l">
              <a:buFont typeface="+mj-lt"/>
              <a:buAutoNum type="arabicPeriod"/>
            </a:pPr>
            <a:r>
              <a:rPr b="0" dirty="0" sz="2800" i="0" lang="en-US">
                <a:solidFill>
                  <a:srgbClr val="0D0D0D"/>
                </a:solidFill>
                <a:effectLst/>
                <a:latin typeface="Times New Roman" panose="02020603050405020304" pitchFamily="18" charset="0"/>
                <a:cs typeface="Times New Roman" panose="02020603050405020304" pitchFamily="18" charset="0"/>
              </a:rPr>
              <a:t>Our Solution and Proposition</a:t>
            </a:r>
          </a:p>
          <a:p>
            <a:pPr algn="l">
              <a:buFont typeface="+mj-lt"/>
              <a:buAutoNum type="arabicPeriod"/>
            </a:pPr>
            <a:r>
              <a:rPr dirty="0" sz="2800" lang="en-US">
                <a:solidFill>
                  <a:srgbClr val="0D0D0D"/>
                </a:solidFill>
                <a:latin typeface="Times New Roman" panose="02020603050405020304" pitchFamily="18" charset="0"/>
                <a:cs typeface="Times New Roman" panose="02020603050405020304" pitchFamily="18" charset="0"/>
              </a:rPr>
              <a:t>Dataset Description</a:t>
            </a:r>
            <a:endParaRPr b="0" dirty="0" sz="2800" i="0" lang="en-US">
              <a:solidFill>
                <a:srgbClr val="0D0D0D"/>
              </a:solidFill>
              <a:effectLst/>
              <a:latin typeface="Times New Roman" panose="02020603050405020304" pitchFamily="18" charset="0"/>
              <a:cs typeface="Times New Roman" panose="02020603050405020304" pitchFamily="18" charset="0"/>
            </a:endParaRPr>
          </a:p>
          <a:p>
            <a:pPr algn="l">
              <a:buFont typeface="+mj-lt"/>
              <a:buAutoNum type="arabicPeriod"/>
            </a:pPr>
            <a:r>
              <a:rPr b="0" dirty="0" sz="2800" i="0" lang="en-US">
                <a:solidFill>
                  <a:srgbClr val="0D0D0D"/>
                </a:solidFill>
                <a:effectLst/>
                <a:latin typeface="Times New Roman" panose="02020603050405020304" pitchFamily="18" charset="0"/>
                <a:cs typeface="Times New Roman" panose="02020603050405020304" pitchFamily="18" charset="0"/>
              </a:rPr>
              <a:t>Modelling Approach</a:t>
            </a:r>
          </a:p>
          <a:p>
            <a:pPr algn="l">
              <a:buFont typeface="+mj-lt"/>
              <a:buAutoNum type="arabicPeriod"/>
            </a:pPr>
            <a:r>
              <a:rPr b="0" dirty="0" sz="2800" i="0" lang="en-US">
                <a:solidFill>
                  <a:srgbClr val="0D0D0D"/>
                </a:solidFill>
                <a:effectLst/>
                <a:latin typeface="Times New Roman" panose="02020603050405020304" pitchFamily="18" charset="0"/>
                <a:cs typeface="Times New Roman" panose="02020603050405020304" pitchFamily="18" charset="0"/>
              </a:rPr>
              <a:t>Results and </a:t>
            </a:r>
            <a:r>
              <a:rPr dirty="0" sz="2800" lang="en-US">
                <a:solidFill>
                  <a:srgbClr val="0D0D0D"/>
                </a:solidFill>
                <a:latin typeface="Times New Roman" panose="02020603050405020304" pitchFamily="18" charset="0"/>
                <a:cs typeface="Times New Roman" panose="02020603050405020304" pitchFamily="18" charset="0"/>
              </a:rPr>
              <a:t>Discussion</a:t>
            </a:r>
            <a:endParaRPr b="0" dirty="0" sz="2800" i="0" lang="en-US">
              <a:solidFill>
                <a:srgbClr val="0D0D0D"/>
              </a:solidFill>
              <a:effectLst/>
              <a:latin typeface="Times New Roman" panose="02020603050405020304" pitchFamily="18" charset="0"/>
              <a:cs typeface="Times New Roman" panose="02020603050405020304" pitchFamily="18" charset="0"/>
            </a:endParaRPr>
          </a:p>
          <a:p>
            <a:pPr algn="l">
              <a:buFont typeface="+mj-lt"/>
              <a:buAutoNum type="arabicPeriod"/>
            </a:pPr>
            <a:r>
              <a:rPr b="0" dirty="0" sz="2800" i="0" lang="en-US">
                <a:solidFill>
                  <a:srgbClr val="0D0D0D"/>
                </a:solidFill>
                <a:effectLst/>
                <a:latin typeface="Times New Roman" panose="02020603050405020304" pitchFamily="18" charset="0"/>
                <a:cs typeface="Times New Roman" panose="02020603050405020304" pitchFamily="18" charset="0"/>
              </a:rPr>
              <a:t>Conclusion</a:t>
            </a:r>
          </a:p>
          <a:p>
            <a:endParaRPr dirty="0" sz="2800" lang="en-IN">
              <a:latin typeface="Times New Roman" panose="02020603050405020304" pitchFamily="18" charset="0"/>
              <a:cs typeface="Times New Roman" panose="02020603050405020304" pitchFamily="18"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32" name=""/>
        <p:cNvGrpSpPr/>
        <p:nvPr/>
      </p:nvGrpSpPr>
      <p:grpSpPr>
        <a:xfrm>
          <a:off x="0" y="0"/>
          <a:ext cx="0" cy="0"/>
          <a:chOff x="0" y="0"/>
          <a:chExt cx="0" cy="0"/>
        </a:xfrm>
      </p:grpSpPr>
      <p:grpSp>
        <p:nvGrpSpPr>
          <p:cNvPr id="33" name="object 2"/>
          <p:cNvGrpSpPr/>
          <p:nvPr/>
        </p:nvGrpSpPr>
        <p:grpSpPr>
          <a:xfrm>
            <a:off x="7991475" y="2933700"/>
            <a:ext cx="2762250" cy="3257550"/>
            <a:chOff x="7991475" y="2933700"/>
            <a:chExt cx="2762250" cy="3257550"/>
          </a:xfrm>
        </p:grpSpPr>
        <p:sp>
          <p:nvSpPr>
            <p:cNvPr id="1048644" name="object 3"/>
            <p:cNvSpPr/>
            <p:nvPr/>
          </p:nvSpPr>
          <p:spPr>
            <a:xfrm>
              <a:off x="9353550" y="5362575"/>
              <a:ext cx="457200" cy="457200"/>
            </a:xfrm>
            <a:custGeom>
              <a:avLst/>
              <a:ahLst/>
              <a:rect l="l" t="t" r="r" b="b"/>
              <a:pathLst>
                <a:path w="457200" h="457200">
                  <a:moveTo>
                    <a:pt x="457200" y="0"/>
                  </a:moveTo>
                  <a:lnTo>
                    <a:pt x="0" y="0"/>
                  </a:lnTo>
                  <a:lnTo>
                    <a:pt x="0" y="457200"/>
                  </a:lnTo>
                  <a:lnTo>
                    <a:pt x="457200" y="457200"/>
                  </a:lnTo>
                  <a:lnTo>
                    <a:pt x="457200" y="0"/>
                  </a:lnTo>
                  <a:close/>
                </a:path>
              </a:pathLst>
            </a:custGeom>
            <a:solidFill>
              <a:srgbClr val="42AF51"/>
            </a:solidFill>
          </p:spPr>
          <p:txBody>
            <a:bodyPr bIns="0" lIns="0" rIns="0" rtlCol="0" tIns="0" wrap="square"/>
            <a:p/>
          </p:txBody>
        </p:sp>
        <p:sp>
          <p:nvSpPr>
            <p:cNvPr id="1048645" name="object 4"/>
            <p:cNvSpPr/>
            <p:nvPr/>
          </p:nvSpPr>
          <p:spPr>
            <a:xfrm>
              <a:off x="9353550" y="5895975"/>
              <a:ext cx="180975" cy="180975"/>
            </a:xfrm>
            <a:custGeom>
              <a:avLst/>
              <a:ahLst/>
              <a:rect l="l" t="t" r="r" b="b"/>
              <a:pathLst>
                <a:path w="180975" h="180975">
                  <a:moveTo>
                    <a:pt x="180975" y="0"/>
                  </a:moveTo>
                  <a:lnTo>
                    <a:pt x="0" y="0"/>
                  </a:lnTo>
                  <a:lnTo>
                    <a:pt x="0" y="180975"/>
                  </a:lnTo>
                  <a:lnTo>
                    <a:pt x="180975" y="180975"/>
                  </a:lnTo>
                  <a:lnTo>
                    <a:pt x="180975" y="0"/>
                  </a:lnTo>
                  <a:close/>
                </a:path>
              </a:pathLst>
            </a:custGeom>
            <a:solidFill>
              <a:srgbClr val="2D936B"/>
            </a:solidFill>
          </p:spPr>
          <p:txBody>
            <a:bodyPr bIns="0" lIns="0" rIns="0" rtlCol="0" tIns="0" wrap="square"/>
            <a:p/>
          </p:txBody>
        </p:sp>
        <p:pic>
          <p:nvPicPr>
            <p:cNvPr id="2097158" name="object 5"/>
            <p:cNvPicPr>
              <a:picLocks/>
            </p:cNvPicPr>
            <p:nvPr/>
          </p:nvPicPr>
          <p:blipFill>
            <a:blip xmlns:r="http://schemas.openxmlformats.org/officeDocument/2006/relationships" r:embed="rId1" cstate="print"/>
            <a:stretch>
              <a:fillRect/>
            </a:stretch>
          </p:blipFill>
          <p:spPr>
            <a:xfrm>
              <a:off x="7991475" y="2933700"/>
              <a:ext cx="2762250" cy="3257550"/>
            </a:xfrm>
            <a:prstGeom prst="rect"/>
          </p:spPr>
        </p:pic>
      </p:grpSp>
      <p:sp>
        <p:nvSpPr>
          <p:cNvPr id="1048646" name="object 6"/>
          <p:cNvSpPr/>
          <p:nvPr/>
        </p:nvSpPr>
        <p:spPr>
          <a:xfrm>
            <a:off x="6696075" y="1695450"/>
            <a:ext cx="314325" cy="323850"/>
          </a:xfrm>
          <a:custGeom>
            <a:avLst/>
            <a:ahLst/>
            <a:rect l="l" t="t" r="r" b="b"/>
            <a:pathLst>
              <a:path w="314325" h="323850">
                <a:moveTo>
                  <a:pt x="314325" y="0"/>
                </a:moveTo>
                <a:lnTo>
                  <a:pt x="0" y="0"/>
                </a:lnTo>
                <a:lnTo>
                  <a:pt x="0" y="323850"/>
                </a:lnTo>
                <a:lnTo>
                  <a:pt x="314325" y="323850"/>
                </a:lnTo>
                <a:lnTo>
                  <a:pt x="314325" y="0"/>
                </a:lnTo>
                <a:close/>
              </a:path>
            </a:pathLst>
          </a:custGeom>
          <a:solidFill>
            <a:srgbClr val="2D83C3"/>
          </a:solidFill>
        </p:spPr>
        <p:txBody>
          <a:bodyPr bIns="0" lIns="0" rIns="0" rtlCol="0" tIns="0" wrap="square"/>
          <a:p/>
        </p:txBody>
      </p:sp>
      <p:sp>
        <p:nvSpPr>
          <p:cNvPr id="1048647" name="object 7"/>
          <p:cNvSpPr txBox="1">
            <a:spLocks noGrp="1"/>
          </p:cNvSpPr>
          <p:nvPr>
            <p:ph type="title"/>
          </p:nvPr>
        </p:nvSpPr>
        <p:spPr>
          <a:xfrm>
            <a:off x="834072" y="575055"/>
            <a:ext cx="7119316" cy="693780"/>
          </a:xfrm>
          <a:prstGeom prst="rect"/>
        </p:spPr>
        <p:txBody>
          <a:bodyPr bIns="0" lIns="0" rIns="0" rtlCol="0" tIns="16510" vert="horz" wrap="square">
            <a:spAutoFit/>
          </a:bodyPr>
          <a:p>
            <a:pPr marL="12700">
              <a:lnSpc>
                <a:spcPct val="100000"/>
              </a:lnSpc>
              <a:spcBef>
                <a:spcPts val="130"/>
              </a:spcBef>
              <a:tabLst>
                <a:tab algn="l" pos="2727960"/>
              </a:tabLst>
            </a:pPr>
            <a:r>
              <a:rPr dirty="0" sz="4400" spc="-20">
                <a:latin typeface="Algerian" pitchFamily="82" charset="0"/>
              </a:rPr>
              <a:t>P</a:t>
            </a:r>
            <a:r>
              <a:rPr dirty="0" sz="4400" spc="15">
                <a:latin typeface="Algerian" pitchFamily="82" charset="0"/>
              </a:rPr>
              <a:t>ROB</a:t>
            </a:r>
            <a:r>
              <a:rPr dirty="0" sz="4400" spc="55">
                <a:latin typeface="Algerian" pitchFamily="82" charset="0"/>
              </a:rPr>
              <a:t>L</a:t>
            </a:r>
            <a:r>
              <a:rPr dirty="0" sz="4400" spc="-20">
                <a:latin typeface="Algerian" pitchFamily="82" charset="0"/>
              </a:rPr>
              <a:t>E</a:t>
            </a:r>
            <a:r>
              <a:rPr dirty="0" sz="4400" spc="20">
                <a:latin typeface="Algerian" pitchFamily="82" charset="0"/>
              </a:rPr>
              <a:t>M</a:t>
            </a:r>
            <a:r>
              <a:rPr sz="4400">
                <a:latin typeface="Algerian" pitchFamily="82" charset="0"/>
              </a:rPr>
              <a:t>	</a:t>
            </a:r>
            <a:r>
              <a:rPr sz="4400" spc="10" smtClean="0">
                <a:latin typeface="Algerian" pitchFamily="82" charset="0"/>
              </a:rPr>
              <a:t>S</a:t>
            </a:r>
            <a:r>
              <a:rPr sz="4400" spc="-370" smtClean="0">
                <a:latin typeface="Algerian" pitchFamily="82" charset="0"/>
              </a:rPr>
              <a:t>T</a:t>
            </a:r>
            <a:r>
              <a:rPr sz="4400" spc="-375" smtClean="0">
                <a:latin typeface="Algerian" pitchFamily="82" charset="0"/>
              </a:rPr>
              <a:t>A</a:t>
            </a:r>
            <a:r>
              <a:rPr sz="4400" spc="15" smtClean="0">
                <a:latin typeface="Algerian" pitchFamily="82" charset="0"/>
              </a:rPr>
              <a:t>T</a:t>
            </a:r>
            <a:r>
              <a:rPr sz="4400" spc="-10" smtClean="0">
                <a:latin typeface="Algerian" pitchFamily="82" charset="0"/>
              </a:rPr>
              <a:t>E</a:t>
            </a:r>
            <a:r>
              <a:rPr sz="4400" spc="-20" smtClean="0">
                <a:latin typeface="Algerian" pitchFamily="82" charset="0"/>
              </a:rPr>
              <a:t>ME</a:t>
            </a:r>
            <a:r>
              <a:rPr dirty="0" sz="4400" lang="en-US" spc="10" smtClean="0">
                <a:latin typeface="Algerian" pitchFamily="82" charset="0"/>
              </a:rPr>
              <a:t>N</a:t>
            </a:r>
            <a:r>
              <a:rPr sz="4400" spc="10" smtClean="0">
                <a:latin typeface="Algerian" pitchFamily="82" charset="0"/>
              </a:rPr>
              <a:t>T</a:t>
            </a:r>
            <a:endParaRPr sz="4400">
              <a:latin typeface="Algerian" pitchFamily="82" charset="0"/>
            </a:endParaRPr>
          </a:p>
        </p:txBody>
      </p:sp>
      <p:pic>
        <p:nvPicPr>
          <p:cNvPr id="2097159" name="object 8"/>
          <p:cNvPicPr>
            <a:picLocks/>
          </p:cNvPicPr>
          <p:nvPr/>
        </p:nvPicPr>
        <p:blipFill>
          <a:blip xmlns:r="http://schemas.openxmlformats.org/officeDocument/2006/relationships" r:embed="rId2" cstate="print"/>
          <a:stretch>
            <a:fillRect/>
          </a:stretch>
        </p:blipFill>
        <p:spPr>
          <a:xfrm>
            <a:off x="676275" y="6467475"/>
            <a:ext cx="2143125" cy="200025"/>
          </a:xfrm>
          <a:prstGeom prst="rect"/>
        </p:spPr>
      </p:pic>
      <p:sp>
        <p:nvSpPr>
          <p:cNvPr id="1048648" name="object 10"/>
          <p:cNvSpPr txBox="1">
            <a:spLocks noGrp="1"/>
          </p:cNvSpPr>
          <p:nvPr>
            <p:ph type="sldNum" sz="quarter" idx="7"/>
          </p:nvPr>
        </p:nvSpPr>
        <p:spPr>
          <a:prstGeom prst="rect"/>
        </p:spPr>
        <p:txBody>
          <a:bodyPr bIns="0" lIns="0" rIns="0" rtlCol="0" tIns="6985" vert="horz" wrap="square">
            <a:spAutoFit/>
          </a:bodyPr>
          <a:p>
            <a:pPr marL="38100">
              <a:lnSpc>
                <a:spcPct val="100000"/>
              </a:lnSpc>
              <a:spcBef>
                <a:spcPts val="55"/>
              </a:spcBef>
            </a:pPr>
            <a:fld id="{81D60167-4931-47E6-BA6A-407CBD079E47}" type="slidenum">
              <a:rPr dirty="0" spc="10"/>
              <a:pPr marL="38100">
                <a:lnSpc>
                  <a:spcPct val="100000"/>
                </a:lnSpc>
                <a:spcBef>
                  <a:spcPts val="55"/>
                </a:spcBef>
              </a:pPr>
              <a:t>4</a:t>
            </a:fld>
            <a:endParaRPr dirty="0" spc="10"/>
          </a:p>
        </p:txBody>
      </p:sp>
      <p:sp>
        <p:nvSpPr>
          <p:cNvPr id="1048649" name="TextBox 10"/>
          <p:cNvSpPr txBox="1"/>
          <p:nvPr/>
        </p:nvSpPr>
        <p:spPr>
          <a:xfrm>
            <a:off x="666712" y="2259165"/>
            <a:ext cx="7143800" cy="3266440"/>
          </a:xfrm>
          <a:prstGeom prst="rect"/>
          <a:noFill/>
        </p:spPr>
        <p:txBody>
          <a:bodyPr rtlCol="0" wrap="square">
            <a:spAutoFit/>
          </a:bodyPr>
          <a:p>
            <a:pPr algn="just"/>
            <a:r>
              <a:rPr dirty="0" sz="2200" lang="en-US" smtClean="0">
                <a:latin typeface="Arial Unicode MS" pitchFamily="34" charset="-128"/>
                <a:ea typeface="Arial Unicode MS" pitchFamily="34" charset="-128"/>
                <a:cs typeface="Arial Unicode MS" pitchFamily="34" charset="-128"/>
              </a:rPr>
              <a:t>Employee performance is a critical factor influencing organizational success, requiring effective assessment</a:t>
            </a:r>
          </a:p>
          <a:p>
            <a:pPr algn="just"/>
            <a:r>
              <a:rPr dirty="0" sz="2200" lang="en-US" smtClean="0">
                <a:latin typeface="Arial Unicode MS" pitchFamily="34" charset="-128"/>
                <a:ea typeface="Arial Unicode MS" pitchFamily="34" charset="-128"/>
                <a:cs typeface="Arial Unicode MS" pitchFamily="34" charset="-128"/>
              </a:rPr>
              <a:t>and management strategies. Addressing performance</a:t>
            </a:r>
          </a:p>
          <a:p>
            <a:pPr algn="just"/>
            <a:r>
              <a:rPr dirty="0" sz="2200" lang="en-US" smtClean="0">
                <a:latin typeface="Arial Unicode MS" pitchFamily="34" charset="-128"/>
                <a:ea typeface="Arial Unicode MS" pitchFamily="34" charset="-128"/>
                <a:cs typeface="Arial Unicode MS" pitchFamily="34" charset="-128"/>
              </a:rPr>
              <a:t>issues promptly can enhance productivity and employee</a:t>
            </a:r>
          </a:p>
          <a:p>
            <a:pPr algn="just"/>
            <a:r>
              <a:rPr dirty="0" sz="2200" lang="en-US" smtClean="0">
                <a:latin typeface="Arial Unicode MS" pitchFamily="34" charset="-128"/>
                <a:ea typeface="Arial Unicode MS" pitchFamily="34" charset="-128"/>
                <a:cs typeface="Arial Unicode MS" pitchFamily="34" charset="-128"/>
              </a:rPr>
              <a:t>satisfaction.</a:t>
            </a:r>
          </a:p>
          <a:p>
            <a:pPr algn="just"/>
            <a:r>
              <a:rPr dirty="0" sz="2200" lang="en-US" smtClean="0">
                <a:latin typeface="Arial Unicode MS" pitchFamily="34" charset="-128"/>
                <a:ea typeface="Arial Unicode MS" pitchFamily="34" charset="-128"/>
                <a:cs typeface="Arial Unicode MS" pitchFamily="34" charset="-128"/>
              </a:rPr>
              <a:t>An employee dataset overview provides essential</a:t>
            </a:r>
          </a:p>
          <a:p>
            <a:pPr algn="just"/>
            <a:r>
              <a:rPr dirty="0" sz="2200" lang="en-US" smtClean="0">
                <a:latin typeface="Arial Unicode MS" pitchFamily="34" charset="-128"/>
                <a:ea typeface="Arial Unicode MS" pitchFamily="34" charset="-128"/>
                <a:cs typeface="Arial Unicode MS" pitchFamily="34" charset="-128"/>
              </a:rPr>
              <a:t>insights into workforce demographics, performance</a:t>
            </a:r>
          </a:p>
          <a:p>
            <a:pPr algn="just"/>
            <a:r>
              <a:rPr dirty="0" sz="2200" lang="en-US" smtClean="0">
                <a:latin typeface="Arial Unicode MS" pitchFamily="34" charset="-128"/>
                <a:ea typeface="Arial Unicode MS" pitchFamily="34" charset="-128"/>
                <a:cs typeface="Arial Unicode MS" pitchFamily="34" charset="-128"/>
              </a:rPr>
              <a:t>metrics, and engagement levels, crucial for optimizing</a:t>
            </a:r>
          </a:p>
          <a:p>
            <a:pPr algn="just"/>
            <a:r>
              <a:rPr dirty="0" sz="2200" lang="en-US" smtClean="0">
                <a:latin typeface="Arial Unicode MS" pitchFamily="34" charset="-128"/>
                <a:ea typeface="Arial Unicode MS" pitchFamily="34" charset="-128"/>
                <a:cs typeface="Arial Unicode MS" pitchFamily="34" charset="-128"/>
              </a:rPr>
              <a:t>human resource strategies. Proper analysis can reveal</a:t>
            </a:r>
          </a:p>
          <a:p>
            <a:pPr algn="just"/>
            <a:r>
              <a:rPr dirty="0" sz="2200" lang="en-US" smtClean="0">
                <a:latin typeface="Arial Unicode MS" pitchFamily="34" charset="-128"/>
                <a:ea typeface="Arial Unicode MS" pitchFamily="34" charset="-128"/>
                <a:cs typeface="Arial Unicode MS" pitchFamily="34" charset="-128"/>
              </a:rPr>
              <a:t>trends and gaps, aiding in targeted improvements.</a:t>
            </a:r>
            <a:endParaRPr dirty="0" sz="2200" lang="en-US">
              <a:latin typeface="Arial Unicode MS" pitchFamily="34" charset="-128"/>
              <a:ea typeface="Arial Unicode MS" pitchFamily="34" charset="-128"/>
              <a:cs typeface="Arial Unicode MS" pitchFamily="34" charset="-128"/>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34" name=""/>
        <p:cNvGrpSpPr/>
        <p:nvPr/>
      </p:nvGrpSpPr>
      <p:grpSpPr>
        <a:xfrm>
          <a:off x="0" y="0"/>
          <a:ext cx="0" cy="0"/>
          <a:chOff x="0" y="0"/>
          <a:chExt cx="0" cy="0"/>
        </a:xfrm>
      </p:grpSpPr>
      <p:grpSp>
        <p:nvGrpSpPr>
          <p:cNvPr id="35" name="object 2"/>
          <p:cNvGrpSpPr/>
          <p:nvPr/>
        </p:nvGrpSpPr>
        <p:grpSpPr>
          <a:xfrm>
            <a:off x="8658225" y="2647950"/>
            <a:ext cx="3533775" cy="3810000"/>
            <a:chOff x="8658225" y="2647950"/>
            <a:chExt cx="3533775" cy="3810000"/>
          </a:xfrm>
        </p:grpSpPr>
        <p:sp>
          <p:nvSpPr>
            <p:cNvPr id="1048650" name="object 3"/>
            <p:cNvSpPr/>
            <p:nvPr/>
          </p:nvSpPr>
          <p:spPr>
            <a:xfrm>
              <a:off x="9353550" y="5362575"/>
              <a:ext cx="457200" cy="457200"/>
            </a:xfrm>
            <a:custGeom>
              <a:avLst/>
              <a:ahLst/>
              <a:rect l="l" t="t" r="r" b="b"/>
              <a:pathLst>
                <a:path w="457200" h="457200">
                  <a:moveTo>
                    <a:pt x="457200" y="0"/>
                  </a:moveTo>
                  <a:lnTo>
                    <a:pt x="0" y="0"/>
                  </a:lnTo>
                  <a:lnTo>
                    <a:pt x="0" y="457200"/>
                  </a:lnTo>
                  <a:lnTo>
                    <a:pt x="457200" y="457200"/>
                  </a:lnTo>
                  <a:lnTo>
                    <a:pt x="457200" y="0"/>
                  </a:lnTo>
                  <a:close/>
                </a:path>
              </a:pathLst>
            </a:custGeom>
            <a:solidFill>
              <a:srgbClr val="42AF51"/>
            </a:solidFill>
          </p:spPr>
          <p:txBody>
            <a:bodyPr bIns="0" lIns="0" rIns="0" rtlCol="0" tIns="0" wrap="square"/>
            <a:p/>
          </p:txBody>
        </p:sp>
        <p:sp>
          <p:nvSpPr>
            <p:cNvPr id="1048651" name="object 4"/>
            <p:cNvSpPr/>
            <p:nvPr/>
          </p:nvSpPr>
          <p:spPr>
            <a:xfrm>
              <a:off x="9353550" y="5895975"/>
              <a:ext cx="180975" cy="180975"/>
            </a:xfrm>
            <a:custGeom>
              <a:avLst/>
              <a:ahLst/>
              <a:rect l="l" t="t" r="r" b="b"/>
              <a:pathLst>
                <a:path w="180975" h="180975">
                  <a:moveTo>
                    <a:pt x="180975" y="0"/>
                  </a:moveTo>
                  <a:lnTo>
                    <a:pt x="0" y="0"/>
                  </a:lnTo>
                  <a:lnTo>
                    <a:pt x="0" y="180975"/>
                  </a:lnTo>
                  <a:lnTo>
                    <a:pt x="180975" y="180975"/>
                  </a:lnTo>
                  <a:lnTo>
                    <a:pt x="180975" y="0"/>
                  </a:lnTo>
                  <a:close/>
                </a:path>
              </a:pathLst>
            </a:custGeom>
            <a:solidFill>
              <a:srgbClr val="2D936B"/>
            </a:solidFill>
          </p:spPr>
          <p:txBody>
            <a:bodyPr bIns="0" lIns="0" rIns="0" rtlCol="0" tIns="0" wrap="square"/>
            <a:p/>
          </p:txBody>
        </p:sp>
        <p:pic>
          <p:nvPicPr>
            <p:cNvPr id="2097160" name="object 5"/>
            <p:cNvPicPr>
              <a:picLocks/>
            </p:cNvPicPr>
            <p:nvPr/>
          </p:nvPicPr>
          <p:blipFill>
            <a:blip xmlns:r="http://schemas.openxmlformats.org/officeDocument/2006/relationships" r:embed="rId1" cstate="print"/>
            <a:stretch>
              <a:fillRect/>
            </a:stretch>
          </p:blipFill>
          <p:spPr>
            <a:xfrm>
              <a:off x="8658225" y="2647950"/>
              <a:ext cx="3533775" cy="3810000"/>
            </a:xfrm>
            <a:prstGeom prst="rect"/>
          </p:spPr>
        </p:pic>
      </p:grpSp>
      <p:sp>
        <p:nvSpPr>
          <p:cNvPr id="1048652" name="object 6"/>
          <p:cNvSpPr/>
          <p:nvPr/>
        </p:nvSpPr>
        <p:spPr>
          <a:xfrm>
            <a:off x="6696075" y="1695450"/>
            <a:ext cx="314325" cy="323850"/>
          </a:xfrm>
          <a:custGeom>
            <a:avLst/>
            <a:ahLst/>
            <a:rect l="l" t="t" r="r" b="b"/>
            <a:pathLst>
              <a:path w="314325" h="323850">
                <a:moveTo>
                  <a:pt x="314325" y="0"/>
                </a:moveTo>
                <a:lnTo>
                  <a:pt x="0" y="0"/>
                </a:lnTo>
                <a:lnTo>
                  <a:pt x="0" y="323850"/>
                </a:lnTo>
                <a:lnTo>
                  <a:pt x="314325" y="323850"/>
                </a:lnTo>
                <a:lnTo>
                  <a:pt x="314325" y="0"/>
                </a:lnTo>
                <a:close/>
              </a:path>
            </a:pathLst>
          </a:custGeom>
          <a:solidFill>
            <a:srgbClr val="2D83C3"/>
          </a:solidFill>
        </p:spPr>
        <p:txBody>
          <a:bodyPr bIns="0" lIns="0" rIns="0" rtlCol="0" tIns="0" wrap="square"/>
          <a:p/>
        </p:txBody>
      </p:sp>
      <p:sp>
        <p:nvSpPr>
          <p:cNvPr id="1048653" name="object 7"/>
          <p:cNvSpPr txBox="1">
            <a:spLocks noGrp="1"/>
          </p:cNvSpPr>
          <p:nvPr>
            <p:ph type="title"/>
          </p:nvPr>
        </p:nvSpPr>
        <p:spPr>
          <a:xfrm>
            <a:off x="739775" y="829627"/>
            <a:ext cx="6142043" cy="693780"/>
          </a:xfrm>
          <a:prstGeom prst="rect"/>
        </p:spPr>
        <p:txBody>
          <a:bodyPr bIns="0" lIns="0" rIns="0" rtlCol="0" tIns="16510" vert="horz" wrap="square">
            <a:spAutoFit/>
          </a:bodyPr>
          <a:p>
            <a:pPr marL="12700">
              <a:lnSpc>
                <a:spcPct val="100000"/>
              </a:lnSpc>
              <a:spcBef>
                <a:spcPts val="130"/>
              </a:spcBef>
              <a:tabLst>
                <a:tab algn="l" pos="2642870"/>
              </a:tabLst>
            </a:pPr>
            <a:r>
              <a:rPr dirty="0" sz="4400" spc="5">
                <a:latin typeface="Algerian" pitchFamily="82" charset="0"/>
              </a:rPr>
              <a:t>PROJECT	</a:t>
            </a:r>
            <a:r>
              <a:rPr dirty="0" sz="4400" spc="-20">
                <a:latin typeface="Algerian" pitchFamily="82" charset="0"/>
              </a:rPr>
              <a:t>OVERVIEW</a:t>
            </a:r>
            <a:endParaRPr sz="4400">
              <a:latin typeface="Algerian" pitchFamily="82" charset="0"/>
            </a:endParaRPr>
          </a:p>
        </p:txBody>
      </p:sp>
      <p:pic>
        <p:nvPicPr>
          <p:cNvPr id="2097161" name="object 8"/>
          <p:cNvPicPr>
            <a:picLocks/>
          </p:cNvPicPr>
          <p:nvPr/>
        </p:nvPicPr>
        <p:blipFill>
          <a:blip xmlns:r="http://schemas.openxmlformats.org/officeDocument/2006/relationships" r:embed="rId2" cstate="print"/>
          <a:stretch>
            <a:fillRect/>
          </a:stretch>
        </p:blipFill>
        <p:spPr>
          <a:xfrm>
            <a:off x="676275" y="6467475"/>
            <a:ext cx="2143125" cy="200025"/>
          </a:xfrm>
          <a:prstGeom prst="rect"/>
        </p:spPr>
      </p:pic>
      <p:sp>
        <p:nvSpPr>
          <p:cNvPr id="1048654" name="object 10"/>
          <p:cNvSpPr txBox="1">
            <a:spLocks noGrp="1"/>
          </p:cNvSpPr>
          <p:nvPr>
            <p:ph type="sldNum" sz="quarter" idx="7"/>
          </p:nvPr>
        </p:nvSpPr>
        <p:spPr>
          <a:prstGeom prst="rect"/>
        </p:spPr>
        <p:txBody>
          <a:bodyPr bIns="0" lIns="0" rIns="0" rtlCol="0" tIns="6985" vert="horz" wrap="square">
            <a:spAutoFit/>
          </a:bodyPr>
          <a:p>
            <a:pPr marL="38100">
              <a:lnSpc>
                <a:spcPct val="100000"/>
              </a:lnSpc>
              <a:spcBef>
                <a:spcPts val="55"/>
              </a:spcBef>
            </a:pPr>
            <a:fld id="{81D60167-4931-47E6-BA6A-407CBD079E47}" type="slidenum">
              <a:rPr dirty="0" spc="10"/>
              <a:pPr marL="38100">
                <a:lnSpc>
                  <a:spcPct val="100000"/>
                </a:lnSpc>
                <a:spcBef>
                  <a:spcPts val="55"/>
                </a:spcBef>
              </a:pPr>
              <a:t>5</a:t>
            </a:fld>
            <a:endParaRPr dirty="0" spc="10"/>
          </a:p>
        </p:txBody>
      </p:sp>
      <p:sp>
        <p:nvSpPr>
          <p:cNvPr id="1048655" name="TextBox 10"/>
          <p:cNvSpPr txBox="1"/>
          <p:nvPr/>
        </p:nvSpPr>
        <p:spPr>
          <a:xfrm>
            <a:off x="990600" y="2133600"/>
            <a:ext cx="7924800" cy="3444240"/>
          </a:xfrm>
          <a:prstGeom prst="rect"/>
          <a:noFill/>
        </p:spPr>
        <p:txBody>
          <a:bodyPr rtlCol="0" wrap="square">
            <a:spAutoFit/>
          </a:bodyPr>
          <a:p>
            <a:r>
              <a:rPr dirty="0" sz="2800" lang="en-US" smtClean="0">
                <a:latin typeface="Arial Unicode MS" pitchFamily="34" charset="-128"/>
                <a:ea typeface="Arial Unicode MS" pitchFamily="34" charset="-128"/>
                <a:cs typeface="Arial Unicode MS" pitchFamily="34" charset="-128"/>
              </a:rPr>
              <a:t>The project involves analyzing employee data using Excel to gain insights into workforce metrics. This includes organizing data, performing statistical analysis, and creating visualizations to understand trends in employee performance, demographics, and other key indicators, thereby supporting data-driven decision making for HR strategies.</a:t>
            </a:r>
            <a:endParaRPr dirty="0" sz="2800" lang="en-IN">
              <a:latin typeface="Arial Unicode MS" pitchFamily="34" charset="-128"/>
              <a:ea typeface="Arial Unicode MS" pitchFamily="34" charset="-128"/>
              <a:cs typeface="Arial Unicode MS" pitchFamily="34" charset="-128"/>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36" name=""/>
        <p:cNvGrpSpPr/>
        <p:nvPr/>
      </p:nvGrpSpPr>
      <p:grpSpPr>
        <a:xfrm>
          <a:off x="0" y="0"/>
          <a:ext cx="0" cy="0"/>
          <a:chOff x="0" y="0"/>
          <a:chExt cx="0" cy="0"/>
        </a:xfrm>
      </p:grpSpPr>
      <p:sp>
        <p:nvSpPr>
          <p:cNvPr id="1048656" name="object 2"/>
          <p:cNvSpPr/>
          <p:nvPr/>
        </p:nvSpPr>
        <p:spPr>
          <a:xfrm>
            <a:off x="9353550" y="5362575"/>
            <a:ext cx="457200" cy="457200"/>
          </a:xfrm>
          <a:custGeom>
            <a:avLst/>
            <a:ahLst/>
            <a:rect l="l" t="t" r="r" b="b"/>
            <a:pathLst>
              <a:path w="457200" h="457200">
                <a:moveTo>
                  <a:pt x="457200" y="0"/>
                </a:moveTo>
                <a:lnTo>
                  <a:pt x="0" y="0"/>
                </a:lnTo>
                <a:lnTo>
                  <a:pt x="0" y="457200"/>
                </a:lnTo>
                <a:lnTo>
                  <a:pt x="457200" y="457200"/>
                </a:lnTo>
                <a:lnTo>
                  <a:pt x="457200" y="0"/>
                </a:lnTo>
                <a:close/>
              </a:path>
            </a:pathLst>
          </a:custGeom>
          <a:solidFill>
            <a:srgbClr val="42AF51"/>
          </a:solidFill>
        </p:spPr>
        <p:txBody>
          <a:bodyPr bIns="0" lIns="0" rIns="0" rtlCol="0" tIns="0" wrap="square"/>
          <a:p/>
        </p:txBody>
      </p:sp>
      <p:sp>
        <p:nvSpPr>
          <p:cNvPr id="1048657" name="object 3"/>
          <p:cNvSpPr/>
          <p:nvPr/>
        </p:nvSpPr>
        <p:spPr>
          <a:xfrm>
            <a:off x="6696075" y="1695450"/>
            <a:ext cx="314325" cy="323850"/>
          </a:xfrm>
          <a:custGeom>
            <a:avLst/>
            <a:ahLst/>
            <a:rect l="l" t="t" r="r" b="b"/>
            <a:pathLst>
              <a:path w="314325" h="323850">
                <a:moveTo>
                  <a:pt x="314325" y="0"/>
                </a:moveTo>
                <a:lnTo>
                  <a:pt x="0" y="0"/>
                </a:lnTo>
                <a:lnTo>
                  <a:pt x="0" y="323850"/>
                </a:lnTo>
                <a:lnTo>
                  <a:pt x="314325" y="323850"/>
                </a:lnTo>
                <a:lnTo>
                  <a:pt x="314325" y="0"/>
                </a:lnTo>
                <a:close/>
              </a:path>
            </a:pathLst>
          </a:custGeom>
          <a:solidFill>
            <a:srgbClr val="2D83C3"/>
          </a:solidFill>
        </p:spPr>
        <p:txBody>
          <a:bodyPr bIns="0" lIns="0" rIns="0" rtlCol="0" tIns="0" wrap="square"/>
          <a:p/>
        </p:txBody>
      </p:sp>
      <p:sp>
        <p:nvSpPr>
          <p:cNvPr id="1048658" name="object 4"/>
          <p:cNvSpPr/>
          <p:nvPr/>
        </p:nvSpPr>
        <p:spPr>
          <a:xfrm>
            <a:off x="9353550" y="5895975"/>
            <a:ext cx="180975" cy="180975"/>
          </a:xfrm>
          <a:custGeom>
            <a:avLst/>
            <a:ahLst/>
            <a:rect l="l" t="t" r="r" b="b"/>
            <a:pathLst>
              <a:path w="180975" h="180975">
                <a:moveTo>
                  <a:pt x="180975" y="0"/>
                </a:moveTo>
                <a:lnTo>
                  <a:pt x="0" y="0"/>
                </a:lnTo>
                <a:lnTo>
                  <a:pt x="0" y="180975"/>
                </a:lnTo>
                <a:lnTo>
                  <a:pt x="180975" y="180975"/>
                </a:lnTo>
                <a:lnTo>
                  <a:pt x="180975" y="0"/>
                </a:lnTo>
                <a:close/>
              </a:path>
            </a:pathLst>
          </a:custGeom>
          <a:solidFill>
            <a:srgbClr val="2D936B"/>
          </a:solidFill>
        </p:spPr>
        <p:txBody>
          <a:bodyPr bIns="0" lIns="0" rIns="0" rtlCol="0" tIns="0" wrap="square"/>
          <a:p/>
        </p:txBody>
      </p:sp>
      <p:sp>
        <p:nvSpPr>
          <p:cNvPr id="1048659" name="object 5"/>
          <p:cNvSpPr txBox="1">
            <a:spLocks noGrp="1"/>
          </p:cNvSpPr>
          <p:nvPr>
            <p:ph type="title"/>
          </p:nvPr>
        </p:nvSpPr>
        <p:spPr>
          <a:xfrm>
            <a:off x="699452" y="891793"/>
            <a:ext cx="6396680" cy="570669"/>
          </a:xfrm>
          <a:prstGeom prst="rect"/>
        </p:spPr>
        <p:txBody>
          <a:bodyPr bIns="0" lIns="0" rIns="0" rtlCol="0" tIns="16510" vert="horz" wrap="square">
            <a:spAutoFit/>
          </a:bodyPr>
          <a:p>
            <a:pPr marL="12700">
              <a:lnSpc>
                <a:spcPct val="100000"/>
              </a:lnSpc>
              <a:spcBef>
                <a:spcPts val="130"/>
              </a:spcBef>
            </a:pPr>
            <a:r>
              <a:rPr dirty="0" sz="3600" spc="25">
                <a:latin typeface="Algerian" pitchFamily="82" charset="0"/>
              </a:rPr>
              <a:t>W</a:t>
            </a:r>
            <a:r>
              <a:rPr dirty="0" sz="3600" spc="-20">
                <a:latin typeface="Algerian" pitchFamily="82" charset="0"/>
              </a:rPr>
              <a:t>H</a:t>
            </a:r>
            <a:r>
              <a:rPr dirty="0" sz="3600" spc="20">
                <a:latin typeface="Algerian" pitchFamily="82" charset="0"/>
              </a:rPr>
              <a:t>O</a:t>
            </a:r>
            <a:r>
              <a:rPr dirty="0" sz="3600" spc="-235">
                <a:latin typeface="Algerian" pitchFamily="82" charset="0"/>
              </a:rPr>
              <a:t> </a:t>
            </a:r>
            <a:r>
              <a:rPr dirty="0" sz="3600" spc="-10">
                <a:latin typeface="Algerian" pitchFamily="82" charset="0"/>
              </a:rPr>
              <a:t>AR</a:t>
            </a:r>
            <a:r>
              <a:rPr dirty="0" sz="3600" spc="15">
                <a:latin typeface="Algerian" pitchFamily="82" charset="0"/>
              </a:rPr>
              <a:t>E</a:t>
            </a:r>
            <a:r>
              <a:rPr dirty="0" sz="3600" spc="-35">
                <a:latin typeface="Algerian" pitchFamily="82" charset="0"/>
              </a:rPr>
              <a:t> </a:t>
            </a:r>
            <a:r>
              <a:rPr dirty="0" sz="3600" spc="-10">
                <a:latin typeface="Algerian" pitchFamily="82" charset="0"/>
              </a:rPr>
              <a:t>T</a:t>
            </a:r>
            <a:r>
              <a:rPr dirty="0" sz="3600" spc="-15">
                <a:latin typeface="Algerian" pitchFamily="82" charset="0"/>
              </a:rPr>
              <a:t>H</a:t>
            </a:r>
            <a:r>
              <a:rPr dirty="0" sz="3600" spc="15">
                <a:latin typeface="Algerian" pitchFamily="82" charset="0"/>
              </a:rPr>
              <a:t>E</a:t>
            </a:r>
            <a:r>
              <a:rPr dirty="0" sz="3600" spc="-35">
                <a:latin typeface="Algerian" pitchFamily="82" charset="0"/>
              </a:rPr>
              <a:t> </a:t>
            </a:r>
            <a:r>
              <a:rPr dirty="0" sz="3600" spc="-20">
                <a:latin typeface="Algerian" pitchFamily="82" charset="0"/>
              </a:rPr>
              <a:t>E</a:t>
            </a:r>
            <a:r>
              <a:rPr dirty="0" sz="3600" spc="30">
                <a:latin typeface="Algerian" pitchFamily="82" charset="0"/>
              </a:rPr>
              <a:t>N</a:t>
            </a:r>
            <a:r>
              <a:rPr dirty="0" sz="3600" spc="15">
                <a:latin typeface="Algerian" pitchFamily="82" charset="0"/>
              </a:rPr>
              <a:t>D</a:t>
            </a:r>
            <a:r>
              <a:rPr dirty="0" sz="3600" spc="-45">
                <a:latin typeface="Algerian" pitchFamily="82" charset="0"/>
              </a:rPr>
              <a:t> </a:t>
            </a:r>
            <a:r>
              <a:rPr dirty="0" sz="3600">
                <a:latin typeface="Algerian" pitchFamily="82" charset="0"/>
              </a:rPr>
              <a:t>U</a:t>
            </a:r>
            <a:r>
              <a:rPr dirty="0" sz="3600" spc="10">
                <a:latin typeface="Algerian" pitchFamily="82" charset="0"/>
              </a:rPr>
              <a:t>S</a:t>
            </a:r>
            <a:r>
              <a:rPr dirty="0" sz="3600" spc="-25">
                <a:latin typeface="Algerian" pitchFamily="82" charset="0"/>
              </a:rPr>
              <a:t>E</a:t>
            </a:r>
            <a:r>
              <a:rPr dirty="0" sz="3600" spc="-10">
                <a:latin typeface="Algerian" pitchFamily="82" charset="0"/>
              </a:rPr>
              <a:t>R</a:t>
            </a:r>
            <a:r>
              <a:rPr dirty="0" sz="3600" spc="5">
                <a:latin typeface="Algerian" pitchFamily="82" charset="0"/>
              </a:rPr>
              <a:t>S?</a:t>
            </a:r>
            <a:endParaRPr sz="3600">
              <a:latin typeface="Algerian" pitchFamily="82" charset="0"/>
            </a:endParaRPr>
          </a:p>
        </p:txBody>
      </p:sp>
      <p:pic>
        <p:nvPicPr>
          <p:cNvPr id="2097162" name="object 6"/>
          <p:cNvPicPr>
            <a:picLocks/>
          </p:cNvPicPr>
          <p:nvPr/>
        </p:nvPicPr>
        <p:blipFill>
          <a:blip xmlns:r="http://schemas.openxmlformats.org/officeDocument/2006/relationships" r:embed="rId1" cstate="print"/>
          <a:stretch>
            <a:fillRect/>
          </a:stretch>
        </p:blipFill>
        <p:spPr>
          <a:xfrm>
            <a:off x="723900" y="6172200"/>
            <a:ext cx="2181225" cy="485775"/>
          </a:xfrm>
          <a:prstGeom prst="rect"/>
        </p:spPr>
      </p:pic>
      <p:sp>
        <p:nvSpPr>
          <p:cNvPr id="1048660" name="object 8"/>
          <p:cNvSpPr txBox="1">
            <a:spLocks noGrp="1"/>
          </p:cNvSpPr>
          <p:nvPr>
            <p:ph type="sldNum" sz="quarter" idx="7"/>
          </p:nvPr>
        </p:nvSpPr>
        <p:spPr>
          <a:prstGeom prst="rect"/>
        </p:spPr>
        <p:txBody>
          <a:bodyPr bIns="0" lIns="0" rIns="0" rtlCol="0" tIns="6985" vert="horz" wrap="square">
            <a:spAutoFit/>
          </a:bodyPr>
          <a:p>
            <a:pPr marL="38100">
              <a:lnSpc>
                <a:spcPct val="100000"/>
              </a:lnSpc>
              <a:spcBef>
                <a:spcPts val="55"/>
              </a:spcBef>
            </a:pPr>
            <a:fld id="{81D60167-4931-47E6-BA6A-407CBD079E47}" type="slidenum">
              <a:rPr dirty="0" spc="10"/>
              <a:pPr marL="38100">
                <a:lnSpc>
                  <a:spcPct val="100000"/>
                </a:lnSpc>
                <a:spcBef>
                  <a:spcPts val="55"/>
                </a:spcBef>
              </a:pPr>
              <a:t>6</a:t>
            </a:fld>
            <a:endParaRPr dirty="0" spc="10"/>
          </a:p>
        </p:txBody>
      </p:sp>
      <p:sp>
        <p:nvSpPr>
          <p:cNvPr id="1048661" name="TextBox 8"/>
          <p:cNvSpPr txBox="1"/>
          <p:nvPr/>
        </p:nvSpPr>
        <p:spPr>
          <a:xfrm>
            <a:off x="1023902" y="2147067"/>
            <a:ext cx="7929618" cy="3583941"/>
          </a:xfrm>
          <a:prstGeom prst="rect"/>
          <a:noFill/>
        </p:spPr>
        <p:txBody>
          <a:bodyPr rtlCol="0" wrap="square">
            <a:spAutoFit/>
          </a:bodyPr>
          <a:p>
            <a:r>
              <a:rPr dirty="0" sz="2200" lang="en-US" smtClean="0">
                <a:latin typeface="Arial Unicode MS" pitchFamily="34" charset="-128"/>
                <a:ea typeface="Arial Unicode MS" pitchFamily="34" charset="-128"/>
                <a:cs typeface="Arial Unicode MS" pitchFamily="34" charset="-128"/>
              </a:rPr>
              <a:t>The end users in employee performance analysis typically include:</a:t>
            </a:r>
          </a:p>
          <a:p>
            <a:r>
              <a:rPr dirty="0" sz="2200" lang="en-US" smtClean="0">
                <a:latin typeface="Arial Unicode MS" pitchFamily="34" charset="-128"/>
                <a:ea typeface="Arial Unicode MS" pitchFamily="34" charset="-128"/>
                <a:cs typeface="Arial Unicode MS" pitchFamily="34" charset="-128"/>
              </a:rPr>
              <a:t>1. </a:t>
            </a:r>
            <a:r>
              <a:rPr b="1" dirty="0" sz="2200" lang="en-US" smtClean="0">
                <a:latin typeface="Arial Unicode MS" pitchFamily="34" charset="-128"/>
                <a:ea typeface="Arial Unicode MS" pitchFamily="34" charset="-128"/>
                <a:cs typeface="Arial Unicode MS" pitchFamily="34" charset="-128"/>
              </a:rPr>
              <a:t>Human Resources (HR) Managers: </a:t>
            </a:r>
            <a:r>
              <a:rPr dirty="0" sz="2200" i="1" lang="en-US" smtClean="0">
                <a:latin typeface="Arial Unicode MS" pitchFamily="34" charset="-128"/>
                <a:ea typeface="Arial Unicode MS" pitchFamily="34" charset="-128"/>
                <a:cs typeface="Arial Unicode MS" pitchFamily="34" charset="-128"/>
              </a:rPr>
              <a:t>They use the insights to</a:t>
            </a:r>
          </a:p>
          <a:p>
            <a:r>
              <a:rPr dirty="0" sz="2200" i="1" lang="en-US" smtClean="0">
                <a:latin typeface="Arial Unicode MS" pitchFamily="34" charset="-128"/>
                <a:ea typeface="Arial Unicode MS" pitchFamily="34" charset="-128"/>
                <a:cs typeface="Arial Unicode MS" pitchFamily="34" charset="-128"/>
              </a:rPr>
              <a:t>make informed decisions about promotions, training, and development.</a:t>
            </a:r>
          </a:p>
          <a:p>
            <a:r>
              <a:rPr dirty="0" sz="2200" lang="en-US" smtClean="0">
                <a:latin typeface="Arial Unicode MS" pitchFamily="34" charset="-128"/>
                <a:ea typeface="Arial Unicode MS" pitchFamily="34" charset="-128"/>
                <a:cs typeface="Arial Unicode MS" pitchFamily="34" charset="-128"/>
              </a:rPr>
              <a:t>2. </a:t>
            </a:r>
            <a:r>
              <a:rPr b="1" dirty="0" sz="2200" lang="en-US" smtClean="0">
                <a:latin typeface="Arial Unicode MS" pitchFamily="34" charset="-128"/>
                <a:ea typeface="Arial Unicode MS" pitchFamily="34" charset="-128"/>
                <a:cs typeface="Arial Unicode MS" pitchFamily="34" charset="-128"/>
              </a:rPr>
              <a:t>Team Leaders and Supervisors: </a:t>
            </a:r>
            <a:r>
              <a:rPr dirty="0" sz="2200" i="1" lang="en-US" smtClean="0">
                <a:latin typeface="Arial Unicode MS" pitchFamily="34" charset="-128"/>
                <a:ea typeface="Arial Unicode MS" pitchFamily="34" charset="-128"/>
                <a:cs typeface="Arial Unicode MS" pitchFamily="34" charset="-128"/>
              </a:rPr>
              <a:t>They apply performance data</a:t>
            </a:r>
          </a:p>
          <a:p>
            <a:r>
              <a:rPr dirty="0" sz="2200" i="1" lang="en-US" smtClean="0">
                <a:latin typeface="Arial Unicode MS" pitchFamily="34" charset="-128"/>
                <a:ea typeface="Arial Unicode MS" pitchFamily="34" charset="-128"/>
                <a:cs typeface="Arial Unicode MS" pitchFamily="34" charset="-128"/>
              </a:rPr>
              <a:t>to provide feedback, set goals, and manage team performance.</a:t>
            </a:r>
          </a:p>
          <a:p>
            <a:r>
              <a:rPr dirty="0" sz="2200" lang="en-US" smtClean="0">
                <a:latin typeface="Arial Unicode MS" pitchFamily="34" charset="-128"/>
                <a:ea typeface="Arial Unicode MS" pitchFamily="34" charset="-128"/>
                <a:cs typeface="Arial Unicode MS" pitchFamily="34" charset="-128"/>
              </a:rPr>
              <a:t>3. </a:t>
            </a:r>
            <a:r>
              <a:rPr b="1" dirty="0" sz="2200" lang="en-US" smtClean="0">
                <a:latin typeface="Arial Unicode MS" pitchFamily="34" charset="-128"/>
                <a:ea typeface="Arial Unicode MS" pitchFamily="34" charset="-128"/>
                <a:cs typeface="Arial Unicode MS" pitchFamily="34" charset="-128"/>
              </a:rPr>
              <a:t>Employees:</a:t>
            </a:r>
            <a:r>
              <a:rPr dirty="0" sz="2200" lang="en-US" smtClean="0">
                <a:latin typeface="Arial Unicode MS" pitchFamily="34" charset="-128"/>
                <a:ea typeface="Arial Unicode MS" pitchFamily="34" charset="-128"/>
                <a:cs typeface="Arial Unicode MS" pitchFamily="34" charset="-128"/>
              </a:rPr>
              <a:t> </a:t>
            </a:r>
            <a:r>
              <a:rPr dirty="0" sz="2200" i="1" lang="en-US" smtClean="0">
                <a:latin typeface="Arial Unicode MS" pitchFamily="34" charset="-128"/>
                <a:ea typeface="Arial Unicode MS" pitchFamily="34" charset="-128"/>
                <a:cs typeface="Arial Unicode MS" pitchFamily="34" charset="-128"/>
              </a:rPr>
              <a:t>They benefit from feedback and performance</a:t>
            </a:r>
          </a:p>
          <a:p>
            <a:r>
              <a:rPr dirty="0" sz="2200" i="1" lang="en-US" smtClean="0">
                <a:latin typeface="Arial Unicode MS" pitchFamily="34" charset="-128"/>
                <a:ea typeface="Arial Unicode MS" pitchFamily="34" charset="-128"/>
                <a:cs typeface="Arial Unicode MS" pitchFamily="34" charset="-128"/>
              </a:rPr>
              <a:t>evaluations that help them improve and advance in their careers.</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37" name=""/>
        <p:cNvGrpSpPr/>
        <p:nvPr/>
      </p:nvGrpSpPr>
      <p:grpSpPr>
        <a:xfrm>
          <a:off x="0" y="0"/>
          <a:ext cx="0" cy="0"/>
          <a:chOff x="0" y="0"/>
          <a:chExt cx="0" cy="0"/>
        </a:xfrm>
      </p:grpSpPr>
      <p:pic>
        <p:nvPicPr>
          <p:cNvPr id="2097163" name="object 2"/>
          <p:cNvPicPr>
            <a:picLocks/>
          </p:cNvPicPr>
          <p:nvPr/>
        </p:nvPicPr>
        <p:blipFill>
          <a:blip xmlns:r="http://schemas.openxmlformats.org/officeDocument/2006/relationships" r:embed="rId1" cstate="print"/>
          <a:stretch>
            <a:fillRect/>
          </a:stretch>
        </p:blipFill>
        <p:spPr>
          <a:xfrm>
            <a:off x="0" y="1476375"/>
            <a:ext cx="2695574" cy="3248025"/>
          </a:xfrm>
          <a:prstGeom prst="rect"/>
        </p:spPr>
      </p:pic>
      <p:sp>
        <p:nvSpPr>
          <p:cNvPr id="1048662" name="object 3"/>
          <p:cNvSpPr/>
          <p:nvPr/>
        </p:nvSpPr>
        <p:spPr>
          <a:xfrm>
            <a:off x="9353550" y="5362575"/>
            <a:ext cx="457200" cy="457200"/>
          </a:xfrm>
          <a:custGeom>
            <a:avLst/>
            <a:ahLst/>
            <a:rect l="l" t="t" r="r" b="b"/>
            <a:pathLst>
              <a:path w="457200" h="457200">
                <a:moveTo>
                  <a:pt x="457200" y="0"/>
                </a:moveTo>
                <a:lnTo>
                  <a:pt x="0" y="0"/>
                </a:lnTo>
                <a:lnTo>
                  <a:pt x="0" y="457200"/>
                </a:lnTo>
                <a:lnTo>
                  <a:pt x="457200" y="457200"/>
                </a:lnTo>
                <a:lnTo>
                  <a:pt x="457200" y="0"/>
                </a:lnTo>
                <a:close/>
              </a:path>
            </a:pathLst>
          </a:custGeom>
          <a:solidFill>
            <a:srgbClr val="42AF51"/>
          </a:solidFill>
        </p:spPr>
        <p:txBody>
          <a:bodyPr bIns="0" lIns="0" rIns="0" rtlCol="0" tIns="0" wrap="square"/>
          <a:p/>
        </p:txBody>
      </p:sp>
      <p:sp>
        <p:nvSpPr>
          <p:cNvPr id="1048663" name="object 4"/>
          <p:cNvSpPr/>
          <p:nvPr/>
        </p:nvSpPr>
        <p:spPr>
          <a:xfrm>
            <a:off x="6696075" y="1695450"/>
            <a:ext cx="314325" cy="323850"/>
          </a:xfrm>
          <a:custGeom>
            <a:avLst/>
            <a:ahLst/>
            <a:rect l="l" t="t" r="r" b="b"/>
            <a:pathLst>
              <a:path w="314325" h="323850">
                <a:moveTo>
                  <a:pt x="314325" y="0"/>
                </a:moveTo>
                <a:lnTo>
                  <a:pt x="0" y="0"/>
                </a:lnTo>
                <a:lnTo>
                  <a:pt x="0" y="323850"/>
                </a:lnTo>
                <a:lnTo>
                  <a:pt x="314325" y="323850"/>
                </a:lnTo>
                <a:lnTo>
                  <a:pt x="314325" y="0"/>
                </a:lnTo>
                <a:close/>
              </a:path>
            </a:pathLst>
          </a:custGeom>
          <a:solidFill>
            <a:srgbClr val="2D83C3"/>
          </a:solidFill>
        </p:spPr>
        <p:txBody>
          <a:bodyPr bIns="0" lIns="0" rIns="0" rtlCol="0" tIns="0" wrap="square"/>
          <a:p/>
        </p:txBody>
      </p:sp>
      <p:sp>
        <p:nvSpPr>
          <p:cNvPr id="1048664" name="object 5"/>
          <p:cNvSpPr/>
          <p:nvPr/>
        </p:nvSpPr>
        <p:spPr>
          <a:xfrm>
            <a:off x="9353550" y="5895975"/>
            <a:ext cx="180975" cy="180975"/>
          </a:xfrm>
          <a:custGeom>
            <a:avLst/>
            <a:ahLst/>
            <a:rect l="l" t="t" r="r" b="b"/>
            <a:pathLst>
              <a:path w="180975" h="180975">
                <a:moveTo>
                  <a:pt x="180975" y="0"/>
                </a:moveTo>
                <a:lnTo>
                  <a:pt x="0" y="0"/>
                </a:lnTo>
                <a:lnTo>
                  <a:pt x="0" y="180975"/>
                </a:lnTo>
                <a:lnTo>
                  <a:pt x="180975" y="180975"/>
                </a:lnTo>
                <a:lnTo>
                  <a:pt x="180975" y="0"/>
                </a:lnTo>
                <a:close/>
              </a:path>
            </a:pathLst>
          </a:custGeom>
          <a:solidFill>
            <a:srgbClr val="2D936B"/>
          </a:solidFill>
        </p:spPr>
        <p:txBody>
          <a:bodyPr bIns="0" lIns="0" rIns="0" rtlCol="0" tIns="0" wrap="square"/>
          <a:p/>
        </p:txBody>
      </p:sp>
      <p:sp>
        <p:nvSpPr>
          <p:cNvPr id="1048665" name="object 6"/>
          <p:cNvSpPr txBox="1">
            <a:spLocks noGrp="1"/>
          </p:cNvSpPr>
          <p:nvPr>
            <p:ph type="title"/>
          </p:nvPr>
        </p:nvSpPr>
        <p:spPr>
          <a:xfrm>
            <a:off x="558165" y="857885"/>
            <a:ext cx="9763125" cy="546736"/>
          </a:xfrm>
          <a:prstGeom prst="rect"/>
        </p:spPr>
        <p:txBody>
          <a:bodyPr bIns="0" lIns="0" rIns="0" rtlCol="0" tIns="13335" vert="horz" wrap="square">
            <a:spAutoFit/>
          </a:bodyPr>
          <a:p>
            <a:pPr marL="12700">
              <a:lnSpc>
                <a:spcPct val="100000"/>
              </a:lnSpc>
              <a:spcBef>
                <a:spcPts val="105"/>
              </a:spcBef>
            </a:pPr>
            <a:r>
              <a:rPr dirty="0" sz="3600" spc="10">
                <a:latin typeface="Algerian" pitchFamily="82" charset="0"/>
              </a:rPr>
              <a:t>O</a:t>
            </a:r>
            <a:r>
              <a:rPr dirty="0" sz="3600" spc="25">
                <a:latin typeface="Algerian" pitchFamily="82" charset="0"/>
              </a:rPr>
              <a:t>U</a:t>
            </a:r>
            <a:r>
              <a:rPr dirty="0" sz="3600">
                <a:latin typeface="Algerian" pitchFamily="82" charset="0"/>
              </a:rPr>
              <a:t>R</a:t>
            </a:r>
            <a:r>
              <a:rPr dirty="0" sz="3600" spc="5">
                <a:latin typeface="Algerian" pitchFamily="82" charset="0"/>
              </a:rPr>
              <a:t> </a:t>
            </a:r>
            <a:r>
              <a:rPr dirty="0" sz="3600" spc="25">
                <a:latin typeface="Algerian" pitchFamily="82" charset="0"/>
              </a:rPr>
              <a:t>S</a:t>
            </a:r>
            <a:r>
              <a:rPr dirty="0" sz="3600" spc="10">
                <a:latin typeface="Algerian" pitchFamily="82" charset="0"/>
              </a:rPr>
              <a:t>O</a:t>
            </a:r>
            <a:r>
              <a:rPr dirty="0" sz="3600" spc="25">
                <a:latin typeface="Algerian" pitchFamily="82" charset="0"/>
              </a:rPr>
              <a:t>LU</a:t>
            </a:r>
            <a:r>
              <a:rPr dirty="0" sz="3600" spc="-35">
                <a:latin typeface="Algerian" pitchFamily="82" charset="0"/>
              </a:rPr>
              <a:t>T</a:t>
            </a:r>
            <a:r>
              <a:rPr dirty="0" sz="3600" spc="-30">
                <a:latin typeface="Algerian" pitchFamily="82" charset="0"/>
              </a:rPr>
              <a:t>I</a:t>
            </a:r>
            <a:r>
              <a:rPr dirty="0" sz="3600" spc="10">
                <a:latin typeface="Algerian" pitchFamily="82" charset="0"/>
              </a:rPr>
              <a:t>O</a:t>
            </a:r>
            <a:r>
              <a:rPr dirty="0" sz="3600">
                <a:latin typeface="Algerian" pitchFamily="82" charset="0"/>
              </a:rPr>
              <a:t>N</a:t>
            </a:r>
            <a:r>
              <a:rPr dirty="0" sz="3600" spc="-345">
                <a:latin typeface="Algerian" pitchFamily="82" charset="0"/>
              </a:rPr>
              <a:t> </a:t>
            </a:r>
            <a:r>
              <a:rPr dirty="0" sz="3600" spc="-35">
                <a:latin typeface="Algerian" pitchFamily="82" charset="0"/>
              </a:rPr>
              <a:t>A</a:t>
            </a:r>
            <a:r>
              <a:rPr dirty="0" sz="3600" spc="-5">
                <a:latin typeface="Algerian" pitchFamily="82" charset="0"/>
              </a:rPr>
              <a:t>N</a:t>
            </a:r>
            <a:r>
              <a:rPr dirty="0" sz="3600">
                <a:latin typeface="Algerian" pitchFamily="82" charset="0"/>
              </a:rPr>
              <a:t>D</a:t>
            </a:r>
            <a:r>
              <a:rPr dirty="0" sz="3600" spc="35">
                <a:latin typeface="Algerian" pitchFamily="82" charset="0"/>
              </a:rPr>
              <a:t> </a:t>
            </a:r>
            <a:r>
              <a:rPr dirty="0" sz="3600" spc="-30">
                <a:latin typeface="Algerian" pitchFamily="82" charset="0"/>
              </a:rPr>
              <a:t>I</a:t>
            </a:r>
            <a:r>
              <a:rPr dirty="0" sz="3600" spc="-35">
                <a:latin typeface="Algerian" pitchFamily="82" charset="0"/>
              </a:rPr>
              <a:t>T</a:t>
            </a:r>
            <a:r>
              <a:rPr dirty="0" sz="3600">
                <a:latin typeface="Algerian" pitchFamily="82" charset="0"/>
              </a:rPr>
              <a:t>S</a:t>
            </a:r>
            <a:r>
              <a:rPr dirty="0" sz="3600" spc="60">
                <a:latin typeface="Algerian" pitchFamily="82" charset="0"/>
              </a:rPr>
              <a:t> </a:t>
            </a:r>
            <a:r>
              <a:rPr dirty="0" sz="3600" spc="-295">
                <a:latin typeface="Algerian" pitchFamily="82" charset="0"/>
              </a:rPr>
              <a:t>V</a:t>
            </a:r>
            <a:r>
              <a:rPr dirty="0" sz="3600" spc="-35">
                <a:latin typeface="Algerian" pitchFamily="82" charset="0"/>
              </a:rPr>
              <a:t>A</a:t>
            </a:r>
            <a:r>
              <a:rPr dirty="0" sz="3600" spc="25">
                <a:latin typeface="Algerian" pitchFamily="82" charset="0"/>
              </a:rPr>
              <a:t>LU</a:t>
            </a:r>
            <a:r>
              <a:rPr dirty="0" sz="3600">
                <a:latin typeface="Algerian" pitchFamily="82" charset="0"/>
              </a:rPr>
              <a:t>E</a:t>
            </a:r>
            <a:r>
              <a:rPr dirty="0" sz="3600" spc="-65">
                <a:latin typeface="Algerian" pitchFamily="82" charset="0"/>
              </a:rPr>
              <a:t> </a:t>
            </a:r>
            <a:r>
              <a:rPr dirty="0" sz="3600" spc="-15">
                <a:latin typeface="Algerian" pitchFamily="82" charset="0"/>
              </a:rPr>
              <a:t>P</a:t>
            </a:r>
            <a:r>
              <a:rPr dirty="0" sz="3600" spc="-30">
                <a:latin typeface="Algerian" pitchFamily="82" charset="0"/>
              </a:rPr>
              <a:t>R</a:t>
            </a:r>
            <a:r>
              <a:rPr dirty="0" sz="3600" spc="10">
                <a:latin typeface="Algerian" pitchFamily="82" charset="0"/>
              </a:rPr>
              <a:t>O</a:t>
            </a:r>
            <a:r>
              <a:rPr dirty="0" sz="3600" spc="-15">
                <a:latin typeface="Algerian" pitchFamily="82" charset="0"/>
              </a:rPr>
              <a:t>P</a:t>
            </a:r>
            <a:r>
              <a:rPr dirty="0" sz="3600" spc="10">
                <a:latin typeface="Algerian" pitchFamily="82" charset="0"/>
              </a:rPr>
              <a:t>O</a:t>
            </a:r>
            <a:r>
              <a:rPr dirty="0" sz="3600" spc="25">
                <a:latin typeface="Algerian" pitchFamily="82" charset="0"/>
              </a:rPr>
              <a:t>S</a:t>
            </a:r>
            <a:r>
              <a:rPr dirty="0" sz="3600" spc="-30">
                <a:latin typeface="Algerian" pitchFamily="82" charset="0"/>
              </a:rPr>
              <a:t>I</a:t>
            </a:r>
            <a:r>
              <a:rPr dirty="0" sz="3600" spc="-35">
                <a:latin typeface="Algerian" pitchFamily="82" charset="0"/>
              </a:rPr>
              <a:t>T</a:t>
            </a:r>
            <a:r>
              <a:rPr dirty="0" sz="3600" spc="-30">
                <a:latin typeface="Algerian" pitchFamily="82" charset="0"/>
              </a:rPr>
              <a:t>I</a:t>
            </a:r>
            <a:r>
              <a:rPr dirty="0" sz="3600" spc="10">
                <a:latin typeface="Algerian" pitchFamily="82" charset="0"/>
              </a:rPr>
              <a:t>O</a:t>
            </a:r>
            <a:r>
              <a:rPr dirty="0" sz="3600">
                <a:latin typeface="Algerian" pitchFamily="82" charset="0"/>
              </a:rPr>
              <a:t>N</a:t>
            </a:r>
          </a:p>
        </p:txBody>
      </p:sp>
      <p:pic>
        <p:nvPicPr>
          <p:cNvPr id="2097164" name="object 7"/>
          <p:cNvPicPr>
            <a:picLocks/>
          </p:cNvPicPr>
          <p:nvPr/>
        </p:nvPicPr>
        <p:blipFill>
          <a:blip xmlns:r="http://schemas.openxmlformats.org/officeDocument/2006/relationships" r:embed="rId2" cstate="print"/>
          <a:stretch>
            <a:fillRect/>
          </a:stretch>
        </p:blipFill>
        <p:spPr>
          <a:xfrm>
            <a:off x="676275" y="6467475"/>
            <a:ext cx="2143125" cy="200025"/>
          </a:xfrm>
          <a:prstGeom prst="rect"/>
        </p:spPr>
      </p:pic>
      <p:sp>
        <p:nvSpPr>
          <p:cNvPr id="1048666" name="object 9"/>
          <p:cNvSpPr txBox="1">
            <a:spLocks noGrp="1"/>
          </p:cNvSpPr>
          <p:nvPr>
            <p:ph type="sldNum" sz="quarter" idx="7"/>
          </p:nvPr>
        </p:nvSpPr>
        <p:spPr>
          <a:prstGeom prst="rect"/>
        </p:spPr>
        <p:txBody>
          <a:bodyPr bIns="0" lIns="0" rIns="0" rtlCol="0" tIns="6985" vert="horz" wrap="square">
            <a:spAutoFit/>
          </a:bodyPr>
          <a:p>
            <a:pPr marL="38100">
              <a:lnSpc>
                <a:spcPct val="100000"/>
              </a:lnSpc>
              <a:spcBef>
                <a:spcPts val="55"/>
              </a:spcBef>
            </a:pPr>
            <a:fld id="{81D60167-4931-47E6-BA6A-407CBD079E47}" type="slidenum">
              <a:rPr dirty="0" spc="10"/>
              <a:pPr marL="38100">
                <a:lnSpc>
                  <a:spcPct val="100000"/>
                </a:lnSpc>
                <a:spcBef>
                  <a:spcPts val="55"/>
                </a:spcBef>
              </a:pPr>
              <a:t>7</a:t>
            </a:fld>
            <a:endParaRPr dirty="0" spc="10"/>
          </a:p>
        </p:txBody>
      </p:sp>
      <p:sp>
        <p:nvSpPr>
          <p:cNvPr id="1048667" name="TextBox 9"/>
          <p:cNvSpPr txBox="1"/>
          <p:nvPr/>
        </p:nvSpPr>
        <p:spPr>
          <a:xfrm>
            <a:off x="3024166" y="2930910"/>
            <a:ext cx="6858048" cy="2021841"/>
          </a:xfrm>
          <a:prstGeom prst="rect"/>
          <a:noFill/>
        </p:spPr>
        <p:txBody>
          <a:bodyPr rtlCol="0" wrap="square">
            <a:spAutoFit/>
          </a:bodyPr>
          <a:p>
            <a:pPr>
              <a:buFont typeface="Arial" pitchFamily="34" charset="0"/>
              <a:buChar char="•"/>
            </a:pPr>
            <a:r>
              <a:rPr b="1" dirty="0" sz="3200" lang="en-US" smtClean="0">
                <a:latin typeface="Arial Unicode MS" pitchFamily="34" charset="-128"/>
                <a:ea typeface="Arial Unicode MS" pitchFamily="34" charset="-128"/>
                <a:cs typeface="Arial Unicode MS" pitchFamily="34" charset="-128"/>
              </a:rPr>
              <a:t> Filtering</a:t>
            </a:r>
            <a:r>
              <a:rPr dirty="0" sz="3200" lang="en-US" smtClean="0">
                <a:latin typeface="Arial Unicode MS" pitchFamily="34" charset="-128"/>
                <a:ea typeface="Arial Unicode MS" pitchFamily="34" charset="-128"/>
                <a:cs typeface="Arial Unicode MS" pitchFamily="34" charset="-128"/>
              </a:rPr>
              <a:t> - </a:t>
            </a:r>
            <a:r>
              <a:rPr dirty="0" sz="3200" i="1" lang="en-US" smtClean="0">
                <a:latin typeface="Arial Unicode MS" pitchFamily="34" charset="-128"/>
                <a:ea typeface="Arial Unicode MS" pitchFamily="34" charset="-128"/>
                <a:cs typeface="Arial Unicode MS" pitchFamily="34" charset="-128"/>
              </a:rPr>
              <a:t>To fill the missing values.</a:t>
            </a:r>
          </a:p>
          <a:p>
            <a:pPr>
              <a:buFont typeface="Arial" pitchFamily="34" charset="0"/>
              <a:buChar char="•"/>
            </a:pPr>
            <a:r>
              <a:rPr b="1" dirty="0" sz="3200" lang="en-US" smtClean="0">
                <a:latin typeface="Arial Unicode MS" pitchFamily="34" charset="-128"/>
                <a:ea typeface="Arial Unicode MS" pitchFamily="34" charset="-128"/>
                <a:cs typeface="Arial Unicode MS" pitchFamily="34" charset="-128"/>
              </a:rPr>
              <a:t> Conditional formatting </a:t>
            </a:r>
            <a:r>
              <a:rPr dirty="0" sz="3200" lang="en-US" smtClean="0">
                <a:latin typeface="Arial Unicode MS" pitchFamily="34" charset="-128"/>
                <a:ea typeface="Arial Unicode MS" pitchFamily="34" charset="-128"/>
                <a:cs typeface="Arial Unicode MS" pitchFamily="34" charset="-128"/>
              </a:rPr>
              <a:t>- </a:t>
            </a:r>
            <a:r>
              <a:rPr dirty="0" sz="3200" i="1" lang="en-US" smtClean="0">
                <a:latin typeface="Arial Unicode MS" pitchFamily="34" charset="-128"/>
                <a:ea typeface="Arial Unicode MS" pitchFamily="34" charset="-128"/>
                <a:cs typeface="Arial Unicode MS" pitchFamily="34" charset="-128"/>
              </a:rPr>
              <a:t>Blank values.</a:t>
            </a:r>
          </a:p>
          <a:p>
            <a:pPr>
              <a:buFont typeface="Arial" pitchFamily="34" charset="0"/>
              <a:buChar char="•"/>
            </a:pPr>
            <a:r>
              <a:rPr dirty="0" sz="3200" lang="en-US" smtClean="0">
                <a:latin typeface="Arial Unicode MS" pitchFamily="34" charset="-128"/>
                <a:ea typeface="Arial Unicode MS" pitchFamily="34" charset="-128"/>
                <a:cs typeface="Arial Unicode MS" pitchFamily="34" charset="-128"/>
              </a:rPr>
              <a:t> </a:t>
            </a:r>
            <a:r>
              <a:rPr dirty="0" sz="3200" i="1" lang="en-US" smtClean="0">
                <a:latin typeface="Arial Unicode MS" pitchFamily="34" charset="-128"/>
                <a:ea typeface="Arial Unicode MS" pitchFamily="34" charset="-128"/>
                <a:cs typeface="Arial Unicode MS" pitchFamily="34" charset="-128"/>
              </a:rPr>
              <a:t>Using Pivot table &amp; Chart.</a:t>
            </a:r>
            <a:endParaRPr dirty="0" sz="3200" i="1" lang="en-US">
              <a:latin typeface="Arial Unicode MS" pitchFamily="34" charset="-128"/>
              <a:ea typeface="Arial Unicode MS" pitchFamily="34" charset="-128"/>
              <a:cs typeface="Arial Unicode MS" pitchFamily="34" charset="-128"/>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38" name=""/>
        <p:cNvGrpSpPr/>
        <p:nvPr/>
      </p:nvGrpSpPr>
      <p:grpSpPr>
        <a:xfrm>
          <a:off x="0" y="0"/>
          <a:ext cx="0" cy="0"/>
          <a:chOff x="0" y="0"/>
          <a:chExt cx="0" cy="0"/>
        </a:xfrm>
      </p:grpSpPr>
      <p:sp>
        <p:nvSpPr>
          <p:cNvPr id="1048668" name="Title 1"/>
          <p:cNvSpPr>
            <a:spLocks noGrp="1"/>
          </p:cNvSpPr>
          <p:nvPr>
            <p:ph type="title"/>
          </p:nvPr>
        </p:nvSpPr>
        <p:spPr>
          <a:xfrm>
            <a:off x="755332" y="385444"/>
            <a:ext cx="10681335" cy="723901"/>
          </a:xfrm>
        </p:spPr>
        <p:txBody>
          <a:bodyPr/>
          <a:p>
            <a:r>
              <a:rPr dirty="0" lang="en-IN">
                <a:latin typeface="Algerian" pitchFamily="82" charset="0"/>
              </a:rPr>
              <a:t>Dataset Description</a:t>
            </a:r>
          </a:p>
        </p:txBody>
      </p:sp>
      <p:sp>
        <p:nvSpPr>
          <p:cNvPr id="1048669" name="TextBox 2"/>
          <p:cNvSpPr txBox="1"/>
          <p:nvPr/>
        </p:nvSpPr>
        <p:spPr>
          <a:xfrm>
            <a:off x="952464" y="1500174"/>
            <a:ext cx="6643734" cy="2771140"/>
          </a:xfrm>
          <a:prstGeom prst="rect"/>
          <a:noFill/>
        </p:spPr>
        <p:txBody>
          <a:bodyPr rtlCol="0" wrap="square">
            <a:spAutoFit/>
          </a:bodyPr>
          <a:p>
            <a:r>
              <a:rPr dirty="0" sz="3200" lang="en-US" smtClean="0">
                <a:latin typeface="Arial Rounded MT Bold" pitchFamily="34" charset="0"/>
              </a:rPr>
              <a:t>Employee Dataset of ABC Ltd.</a:t>
            </a:r>
          </a:p>
          <a:p>
            <a:endParaRPr dirty="0" lang="en-US" smtClean="0"/>
          </a:p>
          <a:p>
            <a:r>
              <a:rPr dirty="0" sz="3200" lang="en-US" smtClean="0"/>
              <a:t>There are 3 Features:</a:t>
            </a:r>
          </a:p>
          <a:p>
            <a:pPr>
              <a:buFont typeface="Arial" pitchFamily="34" charset="0"/>
              <a:buChar char="•"/>
            </a:pPr>
            <a:r>
              <a:rPr dirty="0" sz="3200" lang="en-US" smtClean="0"/>
              <a:t> Employment ID</a:t>
            </a:r>
          </a:p>
          <a:p>
            <a:pPr>
              <a:buFont typeface="Arial" pitchFamily="34" charset="0"/>
              <a:buChar char="•"/>
            </a:pPr>
            <a:r>
              <a:rPr dirty="0" sz="3200" lang="en-US" smtClean="0"/>
              <a:t> Name of the Employees</a:t>
            </a:r>
          </a:p>
          <a:p>
            <a:pPr>
              <a:buFont typeface="Arial" pitchFamily="34" charset="0"/>
              <a:buChar char="•"/>
            </a:pPr>
            <a:r>
              <a:rPr dirty="0" sz="3200" lang="en-US" smtClean="0"/>
              <a:t> Gender</a:t>
            </a:r>
            <a:endParaRPr dirty="0" sz="3200"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39" name=""/>
        <p:cNvGrpSpPr/>
        <p:nvPr/>
      </p:nvGrpSpPr>
      <p:grpSpPr>
        <a:xfrm>
          <a:off x="0" y="0"/>
          <a:ext cx="0" cy="0"/>
          <a:chOff x="0" y="0"/>
          <a:chExt cx="0" cy="0"/>
        </a:xfrm>
      </p:grpSpPr>
      <p:sp>
        <p:nvSpPr>
          <p:cNvPr id="1048670" name="object 2"/>
          <p:cNvSpPr txBox="1"/>
          <p:nvPr/>
        </p:nvSpPr>
        <p:spPr>
          <a:xfrm>
            <a:off x="752475" y="6486037"/>
            <a:ext cx="1773555" cy="166370"/>
          </a:xfrm>
          <a:prstGeom prst="rect"/>
        </p:spPr>
        <p:txBody>
          <a:bodyPr bIns="0" lIns="0" rIns="0" rtlCol="0" tIns="0" vert="horz" wrap="square">
            <a:spAutoFit/>
          </a:bodyPr>
          <a:p>
            <a:pPr>
              <a:lnSpc>
                <a:spcPts val="1275"/>
              </a:lnSpc>
            </a:pPr>
            <a:r>
              <a:rPr dirty="0" sz="1100" spc="20">
                <a:solidFill>
                  <a:srgbClr val="2D83C3"/>
                </a:solidFill>
                <a:latin typeface="Trebuchet MS"/>
                <a:cs typeface="Trebuchet MS"/>
              </a:rPr>
              <a:t>3/21/202</a:t>
            </a:r>
            <a:r>
              <a:rPr dirty="0" sz="1100" spc="10">
                <a:solidFill>
                  <a:srgbClr val="2D83C3"/>
                </a:solidFill>
                <a:latin typeface="Trebuchet MS"/>
                <a:cs typeface="Trebuchet MS"/>
              </a:rPr>
              <a:t>4</a:t>
            </a:r>
            <a:r>
              <a:rPr dirty="0" sz="1100">
                <a:solidFill>
                  <a:srgbClr val="2D83C3"/>
                </a:solidFill>
                <a:latin typeface="Trebuchet MS"/>
                <a:cs typeface="Trebuchet MS"/>
              </a:rPr>
              <a:t> </a:t>
            </a:r>
            <a:r>
              <a:rPr dirty="0" sz="1100" spc="130">
                <a:solidFill>
                  <a:srgbClr val="2D83C3"/>
                </a:solidFill>
                <a:latin typeface="Trebuchet MS"/>
                <a:cs typeface="Trebuchet MS"/>
              </a:rPr>
              <a:t> </a:t>
            </a:r>
            <a:r>
              <a:rPr b="1" dirty="0" sz="1100" spc="50">
                <a:solidFill>
                  <a:srgbClr val="2D83C3"/>
                </a:solidFill>
                <a:latin typeface="Trebuchet MS"/>
                <a:cs typeface="Trebuchet MS"/>
              </a:rPr>
              <a:t>A</a:t>
            </a:r>
            <a:r>
              <a:rPr b="1" dirty="0" sz="1100" spc="15">
                <a:solidFill>
                  <a:srgbClr val="2D83C3"/>
                </a:solidFill>
                <a:latin typeface="Trebuchet MS"/>
                <a:cs typeface="Trebuchet MS"/>
              </a:rPr>
              <a:t>nnu</a:t>
            </a:r>
            <a:r>
              <a:rPr b="1" dirty="0" sz="1100" spc="10">
                <a:solidFill>
                  <a:srgbClr val="2D83C3"/>
                </a:solidFill>
                <a:latin typeface="Trebuchet MS"/>
                <a:cs typeface="Trebuchet MS"/>
              </a:rPr>
              <a:t>al</a:t>
            </a:r>
            <a:r>
              <a:rPr b="1" dirty="0" sz="1100" spc="-140">
                <a:solidFill>
                  <a:srgbClr val="2D83C3"/>
                </a:solidFill>
                <a:latin typeface="Trebuchet MS"/>
                <a:cs typeface="Trebuchet MS"/>
              </a:rPr>
              <a:t> </a:t>
            </a:r>
            <a:r>
              <a:rPr b="1" dirty="0" sz="1100">
                <a:solidFill>
                  <a:srgbClr val="2D83C3"/>
                </a:solidFill>
                <a:latin typeface="Trebuchet MS"/>
                <a:cs typeface="Trebuchet MS"/>
              </a:rPr>
              <a:t>R</a:t>
            </a:r>
            <a:r>
              <a:rPr b="1" dirty="0" sz="1100" spc="35">
                <a:solidFill>
                  <a:srgbClr val="2D83C3"/>
                </a:solidFill>
                <a:latin typeface="Trebuchet MS"/>
                <a:cs typeface="Trebuchet MS"/>
              </a:rPr>
              <a:t>e</a:t>
            </a:r>
            <a:r>
              <a:rPr b="1" dirty="0" sz="1100" spc="90">
                <a:solidFill>
                  <a:srgbClr val="2D83C3"/>
                </a:solidFill>
                <a:latin typeface="Trebuchet MS"/>
                <a:cs typeface="Trebuchet MS"/>
              </a:rPr>
              <a:t>v</a:t>
            </a:r>
            <a:r>
              <a:rPr b="1" dirty="0" sz="1100" spc="-35">
                <a:solidFill>
                  <a:srgbClr val="2D83C3"/>
                </a:solidFill>
                <a:latin typeface="Trebuchet MS"/>
                <a:cs typeface="Trebuchet MS"/>
              </a:rPr>
              <a:t>i</a:t>
            </a:r>
            <a:r>
              <a:rPr b="1" dirty="0" sz="1100" spc="35">
                <a:solidFill>
                  <a:srgbClr val="2D83C3"/>
                </a:solidFill>
                <a:latin typeface="Trebuchet MS"/>
                <a:cs typeface="Trebuchet MS"/>
              </a:rPr>
              <a:t>e</a:t>
            </a:r>
            <a:r>
              <a:rPr b="1" dirty="0" sz="1100" spc="15">
                <a:solidFill>
                  <a:srgbClr val="2D83C3"/>
                </a:solidFill>
                <a:latin typeface="Trebuchet MS"/>
                <a:cs typeface="Trebuchet MS"/>
              </a:rPr>
              <a:t>w</a:t>
            </a:r>
            <a:endParaRPr sz="1100">
              <a:latin typeface="Trebuchet MS"/>
              <a:cs typeface="Trebuchet MS"/>
            </a:endParaRPr>
          </a:p>
        </p:txBody>
      </p:sp>
      <p:sp>
        <p:nvSpPr>
          <p:cNvPr id="1048671" name="object 3"/>
          <p:cNvSpPr/>
          <p:nvPr/>
        </p:nvSpPr>
        <p:spPr>
          <a:xfrm>
            <a:off x="9353550" y="5362575"/>
            <a:ext cx="457200" cy="457200"/>
          </a:xfrm>
          <a:custGeom>
            <a:avLst/>
            <a:ahLst/>
            <a:rect l="l" t="t" r="r" b="b"/>
            <a:pathLst>
              <a:path w="457200" h="457200">
                <a:moveTo>
                  <a:pt x="457200" y="0"/>
                </a:moveTo>
                <a:lnTo>
                  <a:pt x="0" y="0"/>
                </a:lnTo>
                <a:lnTo>
                  <a:pt x="0" y="457200"/>
                </a:lnTo>
                <a:lnTo>
                  <a:pt x="457200" y="457200"/>
                </a:lnTo>
                <a:lnTo>
                  <a:pt x="457200" y="0"/>
                </a:lnTo>
                <a:close/>
              </a:path>
            </a:pathLst>
          </a:custGeom>
          <a:solidFill>
            <a:srgbClr val="42AF51"/>
          </a:solidFill>
        </p:spPr>
        <p:txBody>
          <a:bodyPr bIns="0" lIns="0" rIns="0" rtlCol="0" tIns="0" wrap="square"/>
          <a:p/>
        </p:txBody>
      </p:sp>
      <p:sp>
        <p:nvSpPr>
          <p:cNvPr id="1048672" name="object 4"/>
          <p:cNvSpPr/>
          <p:nvPr/>
        </p:nvSpPr>
        <p:spPr>
          <a:xfrm>
            <a:off x="6696075" y="1695450"/>
            <a:ext cx="314325" cy="323850"/>
          </a:xfrm>
          <a:custGeom>
            <a:avLst/>
            <a:ahLst/>
            <a:rect l="l" t="t" r="r" b="b"/>
            <a:pathLst>
              <a:path w="314325" h="323850">
                <a:moveTo>
                  <a:pt x="314325" y="0"/>
                </a:moveTo>
                <a:lnTo>
                  <a:pt x="0" y="0"/>
                </a:lnTo>
                <a:lnTo>
                  <a:pt x="0" y="323850"/>
                </a:lnTo>
                <a:lnTo>
                  <a:pt x="314325" y="323850"/>
                </a:lnTo>
                <a:lnTo>
                  <a:pt x="314325" y="0"/>
                </a:lnTo>
                <a:close/>
              </a:path>
            </a:pathLst>
          </a:custGeom>
          <a:solidFill>
            <a:srgbClr val="2D83C3"/>
          </a:solidFill>
        </p:spPr>
        <p:txBody>
          <a:bodyPr bIns="0" lIns="0" rIns="0" rtlCol="0" tIns="0" wrap="square"/>
          <a:p/>
        </p:txBody>
      </p:sp>
      <p:sp>
        <p:nvSpPr>
          <p:cNvPr id="1048673" name="object 5"/>
          <p:cNvSpPr/>
          <p:nvPr/>
        </p:nvSpPr>
        <p:spPr>
          <a:xfrm>
            <a:off x="9353550" y="5895975"/>
            <a:ext cx="180975" cy="180975"/>
          </a:xfrm>
          <a:custGeom>
            <a:avLst/>
            <a:ahLst/>
            <a:rect l="l" t="t" r="r" b="b"/>
            <a:pathLst>
              <a:path w="180975" h="180975">
                <a:moveTo>
                  <a:pt x="180975" y="0"/>
                </a:moveTo>
                <a:lnTo>
                  <a:pt x="0" y="0"/>
                </a:lnTo>
                <a:lnTo>
                  <a:pt x="0" y="180975"/>
                </a:lnTo>
                <a:lnTo>
                  <a:pt x="180975" y="180975"/>
                </a:lnTo>
                <a:lnTo>
                  <a:pt x="180975" y="0"/>
                </a:lnTo>
                <a:close/>
              </a:path>
            </a:pathLst>
          </a:custGeom>
          <a:solidFill>
            <a:srgbClr val="2D936B"/>
          </a:solidFill>
        </p:spPr>
        <p:txBody>
          <a:bodyPr bIns="0" lIns="0" rIns="0" rtlCol="0" tIns="0" wrap="square"/>
          <a:p/>
        </p:txBody>
      </p:sp>
      <p:pic>
        <p:nvPicPr>
          <p:cNvPr id="2097165" name="object 6"/>
          <p:cNvPicPr>
            <a:picLocks/>
          </p:cNvPicPr>
          <p:nvPr/>
        </p:nvPicPr>
        <p:blipFill>
          <a:blip xmlns:r="http://schemas.openxmlformats.org/officeDocument/2006/relationships" r:embed="rId1" cstate="print"/>
          <a:stretch>
            <a:fillRect/>
          </a:stretch>
        </p:blipFill>
        <p:spPr>
          <a:xfrm>
            <a:off x="66675" y="3381373"/>
            <a:ext cx="2466975" cy="3419475"/>
          </a:xfrm>
          <a:prstGeom prst="rect"/>
        </p:spPr>
      </p:pic>
      <p:sp>
        <p:nvSpPr>
          <p:cNvPr id="1048674" name="object 7"/>
          <p:cNvSpPr txBox="1">
            <a:spLocks noGrp="1"/>
          </p:cNvSpPr>
          <p:nvPr>
            <p:ph type="title"/>
          </p:nvPr>
        </p:nvSpPr>
        <p:spPr>
          <a:xfrm>
            <a:off x="739775" y="654938"/>
            <a:ext cx="8480425" cy="816610"/>
          </a:xfrm>
          <a:prstGeom prst="rect"/>
        </p:spPr>
        <p:txBody>
          <a:bodyPr bIns="0" lIns="0" rIns="0" rtlCol="0" tIns="16510" vert="horz" wrap="square">
            <a:spAutoFit/>
          </a:bodyPr>
          <a:p>
            <a:pPr marL="12700">
              <a:lnSpc>
                <a:spcPct val="100000"/>
              </a:lnSpc>
              <a:spcBef>
                <a:spcPts val="130"/>
              </a:spcBef>
            </a:pPr>
            <a:r>
              <a:rPr dirty="0" sz="4400" spc="15">
                <a:latin typeface="Algerian" pitchFamily="82" charset="0"/>
              </a:rPr>
              <a:t>THE</a:t>
            </a:r>
            <a:r>
              <a:rPr dirty="0" sz="4400" spc="20">
                <a:latin typeface="Algerian" pitchFamily="82" charset="0"/>
              </a:rPr>
              <a:t> </a:t>
            </a:r>
            <a:r>
              <a:rPr dirty="0" sz="4400" lang="en-US" spc="20">
                <a:latin typeface="Algerian" pitchFamily="82" charset="0"/>
              </a:rPr>
              <a:t>"</a:t>
            </a:r>
            <a:r>
              <a:rPr dirty="0" sz="5400" spc="10">
                <a:latin typeface="Algerian" pitchFamily="82" charset="0"/>
              </a:rPr>
              <a:t>WOW</a:t>
            </a:r>
            <a:r>
              <a:rPr dirty="0" sz="4400" lang="en-US" spc="10">
                <a:latin typeface="Algerian" pitchFamily="82" charset="0"/>
              </a:rPr>
              <a:t>"</a:t>
            </a:r>
            <a:r>
              <a:rPr dirty="0" sz="4400" spc="85">
                <a:latin typeface="Algerian" pitchFamily="82" charset="0"/>
              </a:rPr>
              <a:t> </a:t>
            </a:r>
            <a:r>
              <a:rPr dirty="0" sz="4400" spc="10">
                <a:latin typeface="Algerian" pitchFamily="82" charset="0"/>
              </a:rPr>
              <a:t>IN</a:t>
            </a:r>
            <a:r>
              <a:rPr dirty="0" sz="4400" spc="-5">
                <a:latin typeface="Algerian" pitchFamily="82" charset="0"/>
              </a:rPr>
              <a:t> </a:t>
            </a:r>
            <a:r>
              <a:rPr dirty="0" sz="4400" spc="15">
                <a:latin typeface="Algerian" pitchFamily="82" charset="0"/>
              </a:rPr>
              <a:t>OUR</a:t>
            </a:r>
            <a:r>
              <a:rPr dirty="0" sz="4400" spc="-10">
                <a:latin typeface="Algerian" pitchFamily="82" charset="0"/>
              </a:rPr>
              <a:t> </a:t>
            </a:r>
            <a:r>
              <a:rPr dirty="0" sz="4400" spc="20">
                <a:latin typeface="Algerian" pitchFamily="82" charset="0"/>
              </a:rPr>
              <a:t>SOLUTION</a:t>
            </a:r>
            <a:endParaRPr dirty="0" sz="4400">
              <a:latin typeface="Algerian" pitchFamily="82" charset="0"/>
            </a:endParaRPr>
          </a:p>
        </p:txBody>
      </p:sp>
      <p:sp>
        <p:nvSpPr>
          <p:cNvPr id="1048675" name="object 8"/>
          <p:cNvSpPr txBox="1"/>
          <p:nvPr/>
        </p:nvSpPr>
        <p:spPr>
          <a:xfrm>
            <a:off x="11277218" y="6473337"/>
            <a:ext cx="228600" cy="191770"/>
          </a:xfrm>
          <a:prstGeom prst="rect"/>
        </p:spPr>
        <p:txBody>
          <a:bodyPr bIns="0" lIns="0" rIns="0" rtlCol="0" tIns="6985" vert="horz" wrap="square">
            <a:spAutoFit/>
          </a:bodyPr>
          <a:p>
            <a:pPr marL="38100">
              <a:lnSpc>
                <a:spcPct val="100000"/>
              </a:lnSpc>
              <a:spcBef>
                <a:spcPts val="55"/>
              </a:spcBef>
            </a:pPr>
            <a:fld id="{81D60167-4931-47E6-BA6A-407CBD079E47}" type="slidenum">
              <a:rPr dirty="0" sz="1100" spc="10">
                <a:solidFill>
                  <a:srgbClr val="2D936B"/>
                </a:solidFill>
                <a:latin typeface="Trebuchet MS"/>
                <a:cs typeface="Trebuchet MS"/>
              </a:rPr>
              <a:pPr marL="38100">
                <a:lnSpc>
                  <a:spcPct val="100000"/>
                </a:lnSpc>
                <a:spcBef>
                  <a:spcPts val="55"/>
                </a:spcBef>
              </a:pPr>
              <a:t>9</a:t>
            </a:fld>
            <a:endParaRPr sz="1100">
              <a:latin typeface="Trebuchet MS"/>
              <a:cs typeface="Trebuchet MS"/>
            </a:endParaRPr>
          </a:p>
        </p:txBody>
      </p:sp>
      <p:sp>
        <p:nvSpPr>
          <p:cNvPr id="1048676" name="TextBox 8"/>
          <p:cNvSpPr txBox="1"/>
          <p:nvPr/>
        </p:nvSpPr>
        <p:spPr>
          <a:xfrm>
            <a:off x="2743200" y="2354703"/>
            <a:ext cx="8534018" cy="954107"/>
          </a:xfrm>
          <a:prstGeom prst="rect"/>
          <a:noFill/>
        </p:spPr>
        <p:txBody>
          <a:bodyPr rtlCol="0" wrap="square">
            <a:spAutoFit/>
          </a:bodyPr>
          <a:p>
            <a:pPr algn="l">
              <a:buFont typeface="Arial" panose="020B0604020202020204" pitchFamily="34" charset="0"/>
              <a:buChar char="•"/>
            </a:pPr>
            <a:endParaRPr b="0" dirty="0" sz="2800" i="0" lang="en-US">
              <a:solidFill>
                <a:srgbClr val="0D0D0D"/>
              </a:solidFill>
              <a:effectLst/>
              <a:latin typeface="Times New Roman" panose="02020603050405020304" pitchFamily="18" charset="0"/>
              <a:cs typeface="Times New Roman" panose="02020603050405020304" pitchFamily="18" charset="0"/>
            </a:endParaRPr>
          </a:p>
          <a:p>
            <a:endParaRPr dirty="0" sz="2800" lang="en-IN">
              <a:latin typeface="Times New Roman" panose="02020603050405020304" pitchFamily="18" charset="0"/>
              <a:cs typeface="Times New Roman" panose="02020603050405020304" pitchFamily="18" charset="0"/>
            </a:endParaRPr>
          </a:p>
        </p:txBody>
      </p:sp>
      <p:sp>
        <p:nvSpPr>
          <p:cNvPr id="1048677" name="TextBox 9"/>
          <p:cNvSpPr txBox="1"/>
          <p:nvPr/>
        </p:nvSpPr>
        <p:spPr>
          <a:xfrm>
            <a:off x="2452662" y="2357430"/>
            <a:ext cx="7572428" cy="2186941"/>
          </a:xfrm>
          <a:prstGeom prst="rect"/>
          <a:noFill/>
        </p:spPr>
        <p:txBody>
          <a:bodyPr rtlCol="0" wrap="square">
            <a:spAutoFit/>
          </a:bodyPr>
          <a:p>
            <a:r>
              <a:rPr dirty="0" sz="2800" lang="en-US" smtClean="0">
                <a:latin typeface="Arial Unicode MS" pitchFamily="34" charset="-128"/>
                <a:ea typeface="Arial Unicode MS" pitchFamily="34" charset="-128"/>
                <a:cs typeface="Arial Unicode MS" pitchFamily="34" charset="-128"/>
              </a:rPr>
              <a:t>The Gender Analysis of the ABC Ltd.</a:t>
            </a:r>
          </a:p>
          <a:p>
            <a:pPr>
              <a:buFont typeface="Arial" pitchFamily="34" charset="0"/>
              <a:buChar char="•"/>
            </a:pPr>
            <a:r>
              <a:rPr dirty="0" sz="2800" lang="en-US" smtClean="0">
                <a:latin typeface="Arial Unicode MS" pitchFamily="34" charset="-128"/>
                <a:ea typeface="Arial Unicode MS" pitchFamily="34" charset="-128"/>
                <a:cs typeface="Arial Unicode MS" pitchFamily="34" charset="-128"/>
              </a:rPr>
              <a:t> Number of Male employees</a:t>
            </a:r>
          </a:p>
          <a:p>
            <a:pPr>
              <a:buFont typeface="Arial" pitchFamily="34" charset="0"/>
              <a:buChar char="•"/>
            </a:pPr>
            <a:r>
              <a:rPr dirty="0" sz="2800" lang="en-US" smtClean="0">
                <a:latin typeface="Arial Unicode MS" pitchFamily="34" charset="-128"/>
                <a:ea typeface="Arial Unicode MS" pitchFamily="34" charset="-128"/>
                <a:cs typeface="Arial Unicode MS" pitchFamily="34" charset="-128"/>
              </a:rPr>
              <a:t> Number of Female employees</a:t>
            </a:r>
          </a:p>
          <a:p>
            <a:pPr>
              <a:buFont typeface="Arial" pitchFamily="34" charset="0"/>
              <a:buChar char="•"/>
            </a:pPr>
            <a:r>
              <a:rPr dirty="0" sz="2800" lang="en-US" smtClean="0">
                <a:latin typeface="Arial Unicode MS" pitchFamily="34" charset="-128"/>
                <a:ea typeface="Arial Unicode MS" pitchFamily="34" charset="-128"/>
                <a:cs typeface="Arial Unicode MS" pitchFamily="34" charset="-128"/>
              </a:rPr>
              <a:t> Using Pivot table and charts to analyze the Gender level and its attributes</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40" name=""/>
        <p:cNvGrpSpPr/>
        <p:nvPr/>
      </p:nvGrpSpPr>
      <p:grpSpPr>
        <a:xfrm>
          <a:off x="0" y="0"/>
          <a:ext cx="0" cy="0"/>
          <a:chOff x="0" y="0"/>
          <a:chExt cx="0" cy="0"/>
        </a:xfrm>
      </p:grpSpPr>
      <p:sp>
        <p:nvSpPr>
          <p:cNvPr id="1048678" name="object 5"/>
          <p:cNvSpPr/>
          <p:nvPr/>
        </p:nvSpPr>
        <p:spPr>
          <a:xfrm>
            <a:off x="9353550" y="5895975"/>
            <a:ext cx="180975" cy="180975"/>
          </a:xfrm>
          <a:custGeom>
            <a:avLst/>
            <a:ahLst/>
            <a:rect l="l" t="t" r="r" b="b"/>
            <a:pathLst>
              <a:path w="180975" h="180975">
                <a:moveTo>
                  <a:pt x="180975" y="0"/>
                </a:moveTo>
                <a:lnTo>
                  <a:pt x="0" y="0"/>
                </a:lnTo>
                <a:lnTo>
                  <a:pt x="0" y="180975"/>
                </a:lnTo>
                <a:lnTo>
                  <a:pt x="180975" y="180975"/>
                </a:lnTo>
                <a:lnTo>
                  <a:pt x="180975" y="0"/>
                </a:lnTo>
                <a:close/>
              </a:path>
            </a:pathLst>
          </a:custGeom>
          <a:solidFill>
            <a:srgbClr val="2D936B"/>
          </a:solidFill>
        </p:spPr>
        <p:txBody>
          <a:bodyPr bIns="0" lIns="0" rIns="0" rtlCol="0" tIns="0" wrap="square"/>
          <a:p/>
        </p:txBody>
      </p:sp>
      <p:pic>
        <p:nvPicPr>
          <p:cNvPr id="2097166" name="object 6"/>
          <p:cNvPicPr>
            <a:picLocks/>
          </p:cNvPicPr>
          <p:nvPr/>
        </p:nvPicPr>
        <p:blipFill>
          <a:blip xmlns:r="http://schemas.openxmlformats.org/officeDocument/2006/relationships" r:embed="rId1" cstate="print"/>
          <a:stretch>
            <a:fillRect/>
          </a:stretch>
        </p:blipFill>
        <p:spPr>
          <a:xfrm>
            <a:off x="1666875" y="6467475"/>
            <a:ext cx="76200" cy="177800"/>
          </a:xfrm>
          <a:prstGeom prst="rect"/>
        </p:spPr>
      </p:pic>
      <p:sp>
        <p:nvSpPr>
          <p:cNvPr id="1048679" name="object 9"/>
          <p:cNvSpPr txBox="1"/>
          <p:nvPr/>
        </p:nvSpPr>
        <p:spPr>
          <a:xfrm>
            <a:off x="11277218" y="6473337"/>
            <a:ext cx="228600" cy="191770"/>
          </a:xfrm>
          <a:prstGeom prst="rect"/>
        </p:spPr>
        <p:txBody>
          <a:bodyPr bIns="0" lIns="0" rIns="0" rtlCol="0" tIns="6985" vert="horz" wrap="square">
            <a:spAutoFit/>
          </a:bodyPr>
          <a:p>
            <a:pPr marL="38100">
              <a:lnSpc>
                <a:spcPct val="100000"/>
              </a:lnSpc>
              <a:spcBef>
                <a:spcPts val="55"/>
              </a:spcBef>
            </a:pPr>
            <a:fld id="{81D60167-4931-47E6-BA6A-407CBD079E47}" type="slidenum">
              <a:rPr dirty="0" sz="1100" spc="10">
                <a:solidFill>
                  <a:srgbClr val="2D936B"/>
                </a:solidFill>
                <a:latin typeface="Trebuchet MS"/>
                <a:cs typeface="Trebuchet MS"/>
              </a:rPr>
              <a:pPr marL="38100">
                <a:lnSpc>
                  <a:spcPct val="100000"/>
                </a:lnSpc>
                <a:spcBef>
                  <a:spcPts val="55"/>
                </a:spcBef>
              </a:pPr>
              <a:t>10</a:t>
            </a:fld>
            <a:endParaRPr sz="1100">
              <a:latin typeface="Trebuchet MS"/>
              <a:cs typeface="Trebuchet MS"/>
            </a:endParaRPr>
          </a:p>
        </p:txBody>
      </p:sp>
      <p:sp>
        <p:nvSpPr>
          <p:cNvPr id="1048680" name="object 8"/>
          <p:cNvSpPr txBox="1"/>
          <p:nvPr/>
        </p:nvSpPr>
        <p:spPr>
          <a:xfrm>
            <a:off x="739775" y="291147"/>
            <a:ext cx="3303904" cy="1461135"/>
          </a:xfrm>
          <a:prstGeom prst="rect"/>
        </p:spPr>
        <p:txBody>
          <a:bodyPr bIns="0" lIns="0" rIns="0" rtlCol="0" tIns="13335" vert="horz" wrap="square">
            <a:spAutoFit/>
          </a:bodyPr>
          <a:p>
            <a:pPr marL="12700">
              <a:lnSpc>
                <a:spcPct val="100000"/>
              </a:lnSpc>
              <a:spcBef>
                <a:spcPts val="105"/>
              </a:spcBef>
            </a:pPr>
            <a:r>
              <a:rPr b="1" dirty="0" sz="4800" spc="15">
                <a:latin typeface="Algerian" pitchFamily="82" charset="0"/>
                <a:cs typeface="Trebuchet MS"/>
              </a:rPr>
              <a:t>M</a:t>
            </a:r>
            <a:r>
              <a:rPr b="1" dirty="0" sz="4800">
                <a:latin typeface="Algerian" pitchFamily="82" charset="0"/>
                <a:cs typeface="Trebuchet MS"/>
              </a:rPr>
              <a:t>O</a:t>
            </a:r>
            <a:r>
              <a:rPr b="1" dirty="0" sz="4800" spc="-15">
                <a:latin typeface="Algerian" pitchFamily="82" charset="0"/>
                <a:cs typeface="Trebuchet MS"/>
              </a:rPr>
              <a:t>D</a:t>
            </a:r>
            <a:r>
              <a:rPr b="1" dirty="0" sz="4800" spc="-35">
                <a:latin typeface="Algerian" pitchFamily="82" charset="0"/>
                <a:cs typeface="Trebuchet MS"/>
              </a:rPr>
              <a:t>E</a:t>
            </a:r>
            <a:r>
              <a:rPr b="1" dirty="0" sz="4800" spc="-30">
                <a:latin typeface="Algerian" pitchFamily="82" charset="0"/>
                <a:cs typeface="Trebuchet MS"/>
              </a:rPr>
              <a:t>LL</a:t>
            </a:r>
            <a:r>
              <a:rPr b="1" dirty="0" sz="4800" spc="-5">
                <a:latin typeface="Algerian" pitchFamily="82" charset="0"/>
                <a:cs typeface="Trebuchet MS"/>
              </a:rPr>
              <a:t>I</a:t>
            </a:r>
            <a:r>
              <a:rPr b="1" dirty="0" sz="4800" spc="30">
                <a:latin typeface="Algerian" pitchFamily="82" charset="0"/>
                <a:cs typeface="Trebuchet MS"/>
              </a:rPr>
              <a:t>N</a:t>
            </a:r>
            <a:r>
              <a:rPr b="1" dirty="0" sz="4800" spc="5">
                <a:latin typeface="Algerian" pitchFamily="82" charset="0"/>
                <a:cs typeface="Trebuchet MS"/>
              </a:rPr>
              <a:t>G</a:t>
            </a:r>
            <a:endParaRPr dirty="0" sz="4800">
              <a:latin typeface="Algerian" pitchFamily="82" charset="0"/>
              <a:cs typeface="Trebuchet MS"/>
            </a:endParaRPr>
          </a:p>
        </p:txBody>
      </p:sp>
      <p:sp>
        <p:nvSpPr>
          <p:cNvPr id="1048681" name="object 3"/>
          <p:cNvSpPr/>
          <p:nvPr/>
        </p:nvSpPr>
        <p:spPr>
          <a:xfrm>
            <a:off x="10058400" y="525141"/>
            <a:ext cx="457200" cy="457200"/>
          </a:xfrm>
          <a:custGeom>
            <a:avLst/>
            <a:ahLst/>
            <a:rect l="l" t="t" r="r" b="b"/>
            <a:pathLst>
              <a:path w="457200" h="457200">
                <a:moveTo>
                  <a:pt x="457200" y="0"/>
                </a:moveTo>
                <a:lnTo>
                  <a:pt x="0" y="0"/>
                </a:lnTo>
                <a:lnTo>
                  <a:pt x="0" y="457200"/>
                </a:lnTo>
                <a:lnTo>
                  <a:pt x="457200" y="457200"/>
                </a:lnTo>
                <a:lnTo>
                  <a:pt x="457200" y="0"/>
                </a:lnTo>
                <a:close/>
              </a:path>
            </a:pathLst>
          </a:custGeom>
          <a:solidFill>
            <a:srgbClr val="42AF51"/>
          </a:solidFill>
        </p:spPr>
        <p:txBody>
          <a:bodyPr bIns="0" lIns="0" rIns="0" rtlCol="0" tIns="0" wrap="square"/>
          <a:p/>
        </p:txBody>
      </p:sp>
      <p:sp>
        <p:nvSpPr>
          <p:cNvPr id="1048682" name="TextBox 6"/>
          <p:cNvSpPr txBox="1"/>
          <p:nvPr/>
        </p:nvSpPr>
        <p:spPr>
          <a:xfrm>
            <a:off x="881026" y="1571612"/>
            <a:ext cx="7500990" cy="4003040"/>
          </a:xfrm>
          <a:prstGeom prst="rect"/>
          <a:noFill/>
        </p:spPr>
        <p:txBody>
          <a:bodyPr rtlCol="0" wrap="square">
            <a:spAutoFit/>
          </a:bodyPr>
          <a:p>
            <a:pPr algn="just">
              <a:buFont typeface="Arial" pitchFamily="34" charset="0"/>
              <a:buChar char="•"/>
            </a:pPr>
            <a:r>
              <a:rPr dirty="0" sz="2400" lang="en-US" smtClean="0">
                <a:latin typeface="Arial Unicode MS" pitchFamily="34" charset="-128"/>
                <a:ea typeface="Arial Unicode MS" pitchFamily="34" charset="-128"/>
                <a:cs typeface="Arial Unicode MS" pitchFamily="34" charset="-128"/>
              </a:rPr>
              <a:t> </a:t>
            </a:r>
            <a:r>
              <a:rPr b="1" dirty="0" sz="2400" lang="en-US" u="sng" smtClean="0">
                <a:latin typeface="Arial Unicode MS" pitchFamily="34" charset="-128"/>
                <a:ea typeface="Arial Unicode MS" pitchFamily="34" charset="-128"/>
                <a:cs typeface="Arial Unicode MS" pitchFamily="34" charset="-128"/>
              </a:rPr>
              <a:t>Data Preparation:</a:t>
            </a:r>
            <a:r>
              <a:rPr dirty="0" sz="2400" lang="en-US" smtClean="0">
                <a:latin typeface="Arial Unicode MS" pitchFamily="34" charset="-128"/>
                <a:ea typeface="Arial Unicode MS" pitchFamily="34" charset="-128"/>
                <a:cs typeface="Arial Unicode MS" pitchFamily="34" charset="-128"/>
              </a:rPr>
              <a:t> </a:t>
            </a:r>
            <a:r>
              <a:rPr dirty="0" sz="2400" i="1" lang="en-US" smtClean="0">
                <a:latin typeface="Arial Unicode MS" pitchFamily="34" charset="-128"/>
                <a:ea typeface="Arial Unicode MS" pitchFamily="34" charset="-128"/>
                <a:cs typeface="Arial Unicode MS" pitchFamily="34" charset="-128"/>
              </a:rPr>
              <a:t>Clean and organize data, ensuring accuracy and consistency.</a:t>
            </a:r>
          </a:p>
          <a:p>
            <a:pPr algn="just">
              <a:buFont typeface="Arial" pitchFamily="34" charset="0"/>
              <a:buChar char="•"/>
            </a:pPr>
            <a:r>
              <a:rPr dirty="0" sz="2400" lang="en-US" smtClean="0">
                <a:latin typeface="Arial Unicode MS" pitchFamily="34" charset="-128"/>
                <a:ea typeface="Arial Unicode MS" pitchFamily="34" charset="-128"/>
                <a:cs typeface="Arial Unicode MS" pitchFamily="34" charset="-128"/>
              </a:rPr>
              <a:t> </a:t>
            </a:r>
            <a:r>
              <a:rPr b="1" dirty="0" sz="2400" lang="en-US" u="sng" smtClean="0">
                <a:latin typeface="Arial Unicode MS" pitchFamily="34" charset="-128"/>
                <a:ea typeface="Arial Unicode MS" pitchFamily="34" charset="-128"/>
                <a:cs typeface="Arial Unicode MS" pitchFamily="34" charset="-128"/>
              </a:rPr>
              <a:t>Trend Analysis:</a:t>
            </a:r>
            <a:r>
              <a:rPr dirty="0" sz="2400" lang="en-US" smtClean="0">
                <a:latin typeface="Arial Unicode MS" pitchFamily="34" charset="-128"/>
                <a:ea typeface="Arial Unicode MS" pitchFamily="34" charset="-128"/>
                <a:cs typeface="Arial Unicode MS" pitchFamily="34" charset="-128"/>
              </a:rPr>
              <a:t> </a:t>
            </a:r>
            <a:r>
              <a:rPr dirty="0" sz="2400" i="1" lang="en-US" smtClean="0">
                <a:latin typeface="Arial Unicode MS" pitchFamily="34" charset="-128"/>
                <a:ea typeface="Arial Unicode MS" pitchFamily="34" charset="-128"/>
                <a:cs typeface="Arial Unicode MS" pitchFamily="34" charset="-128"/>
              </a:rPr>
              <a:t>Apply charts and graphs (e.g., line charts, bar graphs) to visualize trends over time, such as employee performance or turnover rates.</a:t>
            </a:r>
          </a:p>
          <a:p>
            <a:pPr algn="just">
              <a:buFont typeface="Arial" pitchFamily="34" charset="0"/>
              <a:buChar char="•"/>
            </a:pPr>
            <a:r>
              <a:rPr dirty="0" sz="2400" lang="en-US" smtClean="0">
                <a:latin typeface="Arial Unicode MS" pitchFamily="34" charset="-128"/>
                <a:ea typeface="Arial Unicode MS" pitchFamily="34" charset="-128"/>
                <a:cs typeface="Arial Unicode MS" pitchFamily="34" charset="-128"/>
              </a:rPr>
              <a:t> </a:t>
            </a:r>
            <a:r>
              <a:rPr b="1" dirty="0" sz="2400" lang="en-US" u="sng" smtClean="0">
                <a:latin typeface="Arial Unicode MS" pitchFamily="34" charset="-128"/>
                <a:ea typeface="Arial Unicode MS" pitchFamily="34" charset="-128"/>
                <a:cs typeface="Arial Unicode MS" pitchFamily="34" charset="-128"/>
              </a:rPr>
              <a:t>Pivot Tables: </a:t>
            </a:r>
            <a:r>
              <a:rPr dirty="0" sz="2400" i="1" lang="en-US" smtClean="0">
                <a:latin typeface="Arial Unicode MS" pitchFamily="34" charset="-128"/>
                <a:ea typeface="Arial Unicode MS" pitchFamily="34" charset="-128"/>
                <a:cs typeface="Arial Unicode MS" pitchFamily="34" charset="-128"/>
              </a:rPr>
              <a:t>Create pivot tables to aggregate and analyze data across different dimensions, such as department, tenure, or job role.</a:t>
            </a:r>
          </a:p>
          <a:p>
            <a:pPr algn="just">
              <a:buFont typeface="Arial" pitchFamily="34" charset="0"/>
              <a:buChar char="•"/>
            </a:pPr>
            <a:r>
              <a:rPr dirty="0" sz="2400" lang="en-US" smtClean="0">
                <a:latin typeface="Arial Unicode MS" pitchFamily="34" charset="-128"/>
                <a:ea typeface="Arial Unicode MS" pitchFamily="34" charset="-128"/>
                <a:cs typeface="Arial Unicode MS" pitchFamily="34" charset="-128"/>
              </a:rPr>
              <a:t> </a:t>
            </a:r>
            <a:r>
              <a:rPr b="1" dirty="0" sz="2400" lang="en-US" u="sng" smtClean="0">
                <a:latin typeface="Arial Unicode MS" pitchFamily="34" charset="-128"/>
                <a:ea typeface="Arial Unicode MS" pitchFamily="34" charset="-128"/>
                <a:cs typeface="Arial Unicode MS" pitchFamily="34" charset="-128"/>
              </a:rPr>
              <a:t>Regression Analysis: </a:t>
            </a:r>
            <a:r>
              <a:rPr dirty="0" sz="2400" i="1" lang="en-US" smtClean="0">
                <a:latin typeface="Arial Unicode MS" pitchFamily="34" charset="-128"/>
                <a:ea typeface="Arial Unicode MS" pitchFamily="34" charset="-128"/>
                <a:cs typeface="Arial Unicode MS" pitchFamily="34" charset="-128"/>
              </a:rPr>
              <a:t>Utilize regression functions to identify relationships between variables, such as the impact of training on performance.</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41" name=""/>
        <p:cNvGrpSpPr/>
        <p:nvPr/>
      </p:nvGrpSpPr>
      <p:grpSpPr>
        <a:xfrm>
          <a:off x="0" y="0"/>
          <a:ext cx="0" cy="0"/>
          <a:chOff x="0" y="0"/>
          <a:chExt cx="0" cy="0"/>
        </a:xfrm>
      </p:grpSpPr>
      <p:sp>
        <p:nvSpPr>
          <p:cNvPr id="1048683" name="object 3"/>
          <p:cNvSpPr/>
          <p:nvPr/>
        </p:nvSpPr>
        <p:spPr>
          <a:xfrm>
            <a:off x="9353550" y="5362575"/>
            <a:ext cx="457200" cy="457200"/>
          </a:xfrm>
          <a:custGeom>
            <a:avLst/>
            <a:ahLst/>
            <a:rect l="l" t="t" r="r" b="b"/>
            <a:pathLst>
              <a:path w="457200" h="457200">
                <a:moveTo>
                  <a:pt x="457200" y="0"/>
                </a:moveTo>
                <a:lnTo>
                  <a:pt x="0" y="0"/>
                </a:lnTo>
                <a:lnTo>
                  <a:pt x="0" y="457200"/>
                </a:lnTo>
                <a:lnTo>
                  <a:pt x="457200" y="457200"/>
                </a:lnTo>
                <a:lnTo>
                  <a:pt x="457200" y="0"/>
                </a:lnTo>
                <a:close/>
              </a:path>
            </a:pathLst>
          </a:custGeom>
          <a:solidFill>
            <a:srgbClr val="42AF51"/>
          </a:solidFill>
        </p:spPr>
        <p:txBody>
          <a:bodyPr bIns="0" lIns="0" rIns="0" rtlCol="0" tIns="0" wrap="square"/>
          <a:p/>
        </p:txBody>
      </p:sp>
      <p:sp>
        <p:nvSpPr>
          <p:cNvPr id="1048684" name="object 4"/>
          <p:cNvSpPr/>
          <p:nvPr/>
        </p:nvSpPr>
        <p:spPr>
          <a:xfrm>
            <a:off x="6696075" y="1695450"/>
            <a:ext cx="314325" cy="323850"/>
          </a:xfrm>
          <a:custGeom>
            <a:avLst/>
            <a:ahLst/>
            <a:rect l="l" t="t" r="r" b="b"/>
            <a:pathLst>
              <a:path w="314325" h="323850">
                <a:moveTo>
                  <a:pt x="314325" y="0"/>
                </a:moveTo>
                <a:lnTo>
                  <a:pt x="0" y="0"/>
                </a:lnTo>
                <a:lnTo>
                  <a:pt x="0" y="323850"/>
                </a:lnTo>
                <a:lnTo>
                  <a:pt x="314325" y="323850"/>
                </a:lnTo>
                <a:lnTo>
                  <a:pt x="314325" y="0"/>
                </a:lnTo>
                <a:close/>
              </a:path>
            </a:pathLst>
          </a:custGeom>
          <a:solidFill>
            <a:srgbClr val="2D83C3"/>
          </a:solidFill>
        </p:spPr>
        <p:txBody>
          <a:bodyPr bIns="0" lIns="0" rIns="0" rtlCol="0" tIns="0" wrap="square"/>
          <a:p/>
        </p:txBody>
      </p:sp>
      <p:sp>
        <p:nvSpPr>
          <p:cNvPr id="1048685" name="object 5"/>
          <p:cNvSpPr/>
          <p:nvPr/>
        </p:nvSpPr>
        <p:spPr>
          <a:xfrm>
            <a:off x="9353550" y="5895975"/>
            <a:ext cx="180975" cy="180975"/>
          </a:xfrm>
          <a:custGeom>
            <a:avLst/>
            <a:ahLst/>
            <a:rect l="l" t="t" r="r" b="b"/>
            <a:pathLst>
              <a:path w="180975" h="180975">
                <a:moveTo>
                  <a:pt x="180975" y="0"/>
                </a:moveTo>
                <a:lnTo>
                  <a:pt x="0" y="0"/>
                </a:lnTo>
                <a:lnTo>
                  <a:pt x="0" y="180975"/>
                </a:lnTo>
                <a:lnTo>
                  <a:pt x="180975" y="180975"/>
                </a:lnTo>
                <a:lnTo>
                  <a:pt x="180975" y="0"/>
                </a:lnTo>
                <a:close/>
              </a:path>
            </a:pathLst>
          </a:custGeom>
          <a:solidFill>
            <a:srgbClr val="2D936B"/>
          </a:solidFill>
        </p:spPr>
        <p:txBody>
          <a:bodyPr bIns="0" lIns="0" rIns="0" rtlCol="0" tIns="0" wrap="square"/>
          <a:p/>
        </p:txBody>
      </p:sp>
      <p:pic>
        <p:nvPicPr>
          <p:cNvPr id="2097167" name="object 6"/>
          <p:cNvPicPr>
            <a:picLocks/>
          </p:cNvPicPr>
          <p:nvPr/>
        </p:nvPicPr>
        <p:blipFill>
          <a:blip xmlns:r="http://schemas.openxmlformats.org/officeDocument/2006/relationships" r:embed="rId2" cstate="print"/>
          <a:stretch>
            <a:fillRect/>
          </a:stretch>
        </p:blipFill>
        <p:spPr>
          <a:xfrm>
            <a:off x="1666875" y="6467475"/>
            <a:ext cx="76200" cy="177800"/>
          </a:xfrm>
          <a:prstGeom prst="rect"/>
        </p:spPr>
      </p:pic>
      <p:sp>
        <p:nvSpPr>
          <p:cNvPr id="1048686" name="object 7"/>
          <p:cNvSpPr txBox="1">
            <a:spLocks noGrp="1"/>
          </p:cNvSpPr>
          <p:nvPr>
            <p:ph type="title"/>
          </p:nvPr>
        </p:nvSpPr>
        <p:spPr>
          <a:xfrm>
            <a:off x="755332" y="385444"/>
            <a:ext cx="3054652" cy="752129"/>
          </a:xfrm>
          <a:prstGeom prst="rect"/>
        </p:spPr>
        <p:txBody>
          <a:bodyPr bIns="0" lIns="0" rIns="0" rtlCol="0" tIns="13335" vert="horz" wrap="square">
            <a:spAutoFit/>
          </a:bodyPr>
          <a:p>
            <a:pPr marL="12700">
              <a:lnSpc>
                <a:spcPct val="100000"/>
              </a:lnSpc>
              <a:spcBef>
                <a:spcPts val="105"/>
              </a:spcBef>
            </a:pPr>
            <a:r>
              <a:rPr dirty="0">
                <a:latin typeface="Algerian" pitchFamily="82" charset="0"/>
              </a:rPr>
              <a:t>R</a:t>
            </a:r>
            <a:r>
              <a:rPr dirty="0" spc="-40">
                <a:latin typeface="Algerian" pitchFamily="82" charset="0"/>
              </a:rPr>
              <a:t>E</a:t>
            </a:r>
            <a:r>
              <a:rPr dirty="0" spc="15">
                <a:latin typeface="Algerian" pitchFamily="82" charset="0"/>
              </a:rPr>
              <a:t>S</a:t>
            </a:r>
            <a:r>
              <a:rPr dirty="0" spc="-30">
                <a:latin typeface="Algerian" pitchFamily="82" charset="0"/>
              </a:rPr>
              <a:t>U</a:t>
            </a:r>
            <a:r>
              <a:rPr dirty="0" spc="-405">
                <a:latin typeface="Algerian" pitchFamily="82" charset="0"/>
              </a:rPr>
              <a:t>L</a:t>
            </a:r>
            <a:r>
              <a:rPr dirty="0">
                <a:latin typeface="Algerian" pitchFamily="82" charset="0"/>
              </a:rPr>
              <a:t>TS</a:t>
            </a:r>
          </a:p>
        </p:txBody>
      </p:sp>
      <p:sp>
        <p:nvSpPr>
          <p:cNvPr id="1048687" name="object 9"/>
          <p:cNvSpPr txBox="1"/>
          <p:nvPr/>
        </p:nvSpPr>
        <p:spPr>
          <a:xfrm>
            <a:off x="11277218" y="6473337"/>
            <a:ext cx="228600" cy="191770"/>
          </a:xfrm>
          <a:prstGeom prst="rect"/>
        </p:spPr>
        <p:txBody>
          <a:bodyPr bIns="0" lIns="0" rIns="0" rtlCol="0" tIns="6985" vert="horz" wrap="square">
            <a:spAutoFit/>
          </a:bodyPr>
          <a:p>
            <a:pPr marL="38100">
              <a:lnSpc>
                <a:spcPct val="100000"/>
              </a:lnSpc>
              <a:spcBef>
                <a:spcPts val="55"/>
              </a:spcBef>
            </a:pPr>
            <a:fld id="{81D60167-4931-47E6-BA6A-407CBD079E47}" type="slidenum">
              <a:rPr dirty="0" sz="1100" spc="10">
                <a:solidFill>
                  <a:srgbClr val="2D936B"/>
                </a:solidFill>
                <a:latin typeface="Trebuchet MS"/>
                <a:cs typeface="Trebuchet MS"/>
              </a:rPr>
              <a:pPr marL="38100">
                <a:lnSpc>
                  <a:spcPct val="100000"/>
                </a:lnSpc>
                <a:spcBef>
                  <a:spcPts val="55"/>
                </a:spcBef>
              </a:pPr>
              <a:t>11</a:t>
            </a:fld>
            <a:endParaRPr sz="1100">
              <a:latin typeface="Trebuchet MS"/>
              <a:cs typeface="Trebuchet MS"/>
            </a:endParaRPr>
          </a:p>
        </p:txBody>
      </p:sp>
      <p:graphicFrame>
        <p:nvGraphicFramePr>
          <p:cNvPr id="4194304" name="Chart 7"/>
          <p:cNvGraphicFramePr>
            <a:graphicFrameLocks/>
          </p:cNvGraphicFramePr>
          <p:nvPr/>
        </p:nvGraphicFramePr>
        <p:xfrm>
          <a:off x="2738414" y="1357298"/>
          <a:ext cx="6572296" cy="4229120"/>
        </p:xfrm>
        <a:graphic>
          <a:graphicData uri="http://schemas.openxmlformats.org/drawingml/2006/chart">
            <c:chart xmlns:c="http://schemas.openxmlformats.org/drawingml/2006/chart" xmlns:r="http://schemas.openxmlformats.org/officeDocument/2006/relationships" r:id="rId1"/>
          </a:graphicData>
        </a:graphic>
      </p:graphicFrame>
      <p:sp>
        <p:nvSpPr>
          <p:cNvPr id="1048688" name="TextBox 9"/>
          <p:cNvSpPr txBox="1"/>
          <p:nvPr/>
        </p:nvSpPr>
        <p:spPr>
          <a:xfrm>
            <a:off x="452398" y="1643050"/>
            <a:ext cx="1714512" cy="4003040"/>
          </a:xfrm>
          <a:prstGeom prst="rect"/>
          <a:noFill/>
        </p:spPr>
        <p:txBody>
          <a:bodyPr rtlCol="0" wrap="square">
            <a:spAutoFit/>
          </a:bodyPr>
          <a:p>
            <a:r>
              <a:rPr dirty="0" sz="2400" lang="en-US" smtClean="0">
                <a:latin typeface="Bahnschrift Light SemiCondensed" pitchFamily="34" charset="0"/>
                <a:ea typeface="Arial Unicode MS" pitchFamily="34" charset="-128"/>
                <a:cs typeface="Arial Unicode MS" pitchFamily="34" charset="-128"/>
              </a:rPr>
              <a:t>The Pie Chart helps us to analyze the number of male and female employees in the ABC Ltd.</a:t>
            </a:r>
            <a:endParaRPr dirty="0" sz="2400" lang="en-US">
              <a:latin typeface="Bahnschrift Light SemiCondensed" pitchFamily="34" charset="0"/>
              <a:ea typeface="Arial Unicode MS" pitchFamily="34" charset="-128"/>
              <a:cs typeface="Arial Unicode MS" pitchFamily="34" charset="-128"/>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42" name=""/>
        <p:cNvGrpSpPr/>
        <p:nvPr/>
      </p:nvGrpSpPr>
      <p:grpSpPr>
        <a:xfrm>
          <a:off x="0" y="0"/>
          <a:ext cx="0" cy="0"/>
          <a:chOff x="0" y="0"/>
          <a:chExt cx="0" cy="0"/>
        </a:xfrm>
      </p:grpSpPr>
      <p:sp>
        <p:nvSpPr>
          <p:cNvPr id="1048689" name="Title 1"/>
          <p:cNvSpPr>
            <a:spLocks noGrp="1"/>
          </p:cNvSpPr>
          <p:nvPr>
            <p:ph type="title"/>
          </p:nvPr>
        </p:nvSpPr>
        <p:spPr>
          <a:xfrm>
            <a:off x="755332" y="385444"/>
            <a:ext cx="10681335" cy="738664"/>
          </a:xfrm>
        </p:spPr>
        <p:txBody>
          <a:bodyPr/>
          <a:p>
            <a:r>
              <a:rPr dirty="0" lang="en-US" smtClean="0">
                <a:latin typeface="Algerian" pitchFamily="82" charset="0"/>
                <a:cs typeface="Times New Roman" panose="02020603050405020304" pitchFamily="18" charset="0"/>
              </a:rPr>
              <a:t>CONCLUSION</a:t>
            </a:r>
            <a:endParaRPr dirty="0" lang="en-IN">
              <a:latin typeface="Algerian" pitchFamily="82" charset="0"/>
              <a:cs typeface="Times New Roman" panose="02020603050405020304" pitchFamily="18" charset="0"/>
            </a:endParaRPr>
          </a:p>
        </p:txBody>
      </p:sp>
      <p:sp>
        <p:nvSpPr>
          <p:cNvPr id="1048690" name="TextBox 2"/>
          <p:cNvSpPr txBox="1"/>
          <p:nvPr/>
        </p:nvSpPr>
        <p:spPr>
          <a:xfrm>
            <a:off x="809588" y="1428736"/>
            <a:ext cx="8215370" cy="4524315"/>
          </a:xfrm>
          <a:prstGeom prst="rect"/>
          <a:noFill/>
        </p:spPr>
        <p:txBody>
          <a:bodyPr rtlCol="0" wrap="square">
            <a:spAutoFit/>
          </a:bodyPr>
          <a:p>
            <a:pPr algn="just"/>
            <a:r>
              <a:rPr dirty="0" sz="2400" lang="en-US" smtClean="0">
                <a:latin typeface="Arial Unicode MS" pitchFamily="34" charset="-128"/>
                <a:ea typeface="Arial Unicode MS" pitchFamily="34" charset="-128"/>
                <a:cs typeface="Arial Unicode MS" pitchFamily="34" charset="-128"/>
              </a:rPr>
              <a:t>The conclusion </a:t>
            </a:r>
            <a:r>
              <a:rPr sz="2400" lang="en-US" smtClean="0">
                <a:latin typeface="Arial Unicode MS" pitchFamily="34" charset="-128"/>
                <a:ea typeface="Arial Unicode MS" pitchFamily="34" charset="-128"/>
                <a:cs typeface="Arial Unicode MS" pitchFamily="34" charset="-128"/>
              </a:rPr>
              <a:t>the Employee Gender </a:t>
            </a:r>
            <a:r>
              <a:rPr dirty="0" sz="2400" lang="en-US" smtClean="0">
                <a:latin typeface="Arial Unicode MS" pitchFamily="34" charset="-128"/>
                <a:ea typeface="Arial Unicode MS" pitchFamily="34" charset="-128"/>
                <a:cs typeface="Arial Unicode MS" pitchFamily="34" charset="-128"/>
              </a:rPr>
              <a:t>analysis reveals key insights into the workforce trends, performance, and areas for improvement. By analyzing metrics such as employees and their gender, organizations can identify strengths and weaknesses in their HR strategies. This analysis supports data-driven decision-making, enabling targeted interventions to enhance employee performance, optimize recruitment processes, and improve overall organizational effectiveness. In essence, effective data analysis provides a foundation for strategic planning and operational improvements, leading to a more motivated and productive workforce.</a:t>
            </a:r>
            <a:endParaRPr dirty="0" sz="2400" lang="en-US">
              <a:latin typeface="Arial Unicode MS" pitchFamily="34" charset="-128"/>
              <a:ea typeface="Arial Unicode MS" pitchFamily="34" charset="-128"/>
              <a:cs typeface="Arial Unicode MS" pitchFamily="34" charset="-128"/>
            </a:endParaRPr>
          </a:p>
        </p:txBody>
      </p:sp>
    </p:spTree>
  </p:cSld>
  <p:clrMapOvr>
    <a:masterClrMapping/>
  </p:clrMapOvr>
</p:sld>
</file>

<file path=ppt/theme/theme1.xml><?xml version="1.0" encoding="utf-8"?>
<a:theme xmlns:a="http://schemas.openxmlformats.org/drawingml/2006/main" name="Office Theme">
  <a:themeElements>
    <a:clrScheme name="Office">
      <a:dk1>
        <a:sysClr lastClr="000000" val="windowText"/>
      </a:dk1>
      <a:lt1>
        <a:sysClr lastClr="FFFFFF" val="window"/>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r="5400000" dist="20000" rotWithShape="0">
              <a:srgbClr val="000000">
                <a:alpha val="38000"/>
              </a:srgbClr>
            </a:outerShdw>
          </a:effectLst>
        </a:effectStyle>
        <a:effectStyle>
          <a:effectLst>
            <a:outerShdw blurRad="40000" dir="5400000" dist="23000" rotWithShape="0">
              <a:srgbClr val="000000">
                <a:alpha val="35000"/>
              </a:srgbClr>
            </a:outerShdw>
          </a:effectLst>
        </a:effectStyle>
        <a:effectStyle>
          <a:effectLst>
            <a:outerShdw blurRad="40000" dir="5400000" dist="23000" rotWithShape="0">
              <a:srgbClr val="000000">
                <a:alpha val="35000"/>
              </a:srgbClr>
            </a:outerShdw>
          </a:effectLst>
          <a:scene3d>
            <a:camera prst="orthographicFront">
              <a:rot lat="0" lon="0" rev="0"/>
            </a:camera>
            <a:lightRig dir="t" rig="threeP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name="Office Theme">
  <a:themeElements>
    <a:clrScheme name="Office">
      <a:dk1>
        <a:sysClr lastClr="000000" val="windowText"/>
      </a:dk1>
      <a:lt1>
        <a:sysClr lastClr="FFFFFF" val="window"/>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algn="ctr" blurRad="57150" dir="5400000" dist="19050"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theme>
</file>

<file path=docProps/app.xml><?xml version="1.0" encoding="utf-8"?>
<Properties xmlns="http://schemas.openxmlformats.org/officeDocument/2006/extended-properties">
  <Application>Microsoft Office PowerPoint</Application>
  <ScaleCrop>0</ScaleCrop>
  <LinksUpToDate>0</LinksUpToDate>
  <AppVersion>12.0000</AppVersion>
</Properties>
</file>

<file path=docProps/core.xml><?xml version="1.0" encoding="utf-8"?>
<cp:coreProperties xmlns:cp="http://schemas.openxmlformats.org/package/2006/metadata/core-properties" xmlns:dc="http://purl.org/dc/elements/1.1/" xmlns:dcterms="http://purl.org/dc/terms/" xmlns:xsi="http://www.w3.org/2001/XMLSchema-instance">
  <dc:title>Face Mask Detection using Convolutional Neural Network (CNN)  </dc:title>
  <dc:creator>Konduru Narasimha</dc:creator>
  <cp:lastModifiedBy>91701</cp:lastModifiedBy>
  <dcterms:created xsi:type="dcterms:W3CDTF">2024-03-28T17:07:22Z</dcterms:created>
  <dcterms:modified xsi:type="dcterms:W3CDTF">2024-10-23T16:36:29Z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2024-03-21T00:00:00Z</vt:filetime>
  </property>
  <property fmtid="{D5CDD505-2E9C-101B-9397-08002B2CF9AE}" pid="3" name="LastSaved">
    <vt:filetime>2024-03-29T00:00:00Z</vt:filetime>
  </property>
  <property fmtid="{D5CDD505-2E9C-101B-9397-08002B2CF9AE}" pid="4" name="ICV">
    <vt:lpwstr>41765c3e6ab64197830662d50b684418</vt:lpwstr>
  </property>
</Properties>
</file>